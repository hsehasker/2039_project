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60"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pos="325">
          <p15:clr>
            <a:srgbClr val="A4A3A4"/>
          </p15:clr>
        </p15:guide>
        <p15:guide id="2" pos="1209">
          <p15:clr>
            <a:srgbClr val="A4A3A4"/>
          </p15:clr>
        </p15:guide>
        <p15:guide id="3" pos="2955">
          <p15:clr>
            <a:srgbClr val="A4A3A4"/>
          </p15:clr>
        </p15:guide>
        <p15:guide id="4" pos="2071">
          <p15:clr>
            <a:srgbClr val="A4A3A4"/>
          </p15:clr>
        </p15:guide>
        <p15:guide id="5" pos="3840">
          <p15:clr>
            <a:srgbClr val="A4A3A4"/>
          </p15:clr>
        </p15:guide>
        <p15:guide id="6" pos="4702">
          <p15:clr>
            <a:srgbClr val="A4A3A4"/>
          </p15:clr>
        </p15:guide>
        <p15:guide id="7" pos="5586">
          <p15:clr>
            <a:srgbClr val="A4A3A4"/>
          </p15:clr>
        </p15:guide>
        <p15:guide id="8" pos="7333">
          <p15:clr>
            <a:srgbClr val="A4A3A4"/>
          </p15:clr>
        </p15:guide>
        <p15:guide id="9" orient="horz" pos="3952">
          <p15:clr>
            <a:srgbClr val="A4A3A4"/>
          </p15:clr>
        </p15:guide>
        <p15:guide id="10" pos="6471">
          <p15:clr>
            <a:srgbClr val="A4A3A4"/>
          </p15:clr>
        </p15:guide>
        <p15:guide id="11" orient="horz" pos="913">
          <p15:clr>
            <a:srgbClr val="A4A3A4"/>
          </p15:clr>
        </p15:guide>
      </p15:sldGuideLst>
    </p:ext>
    <p:ext uri="{2D200454-40CA-4A62-9FC3-DE9A4176ACB9}">
      <p15:notesGuideLst>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325"/>
        <p:guide pos="1209"/>
        <p:guide pos="2955"/>
        <p:guide pos="2071"/>
        <p:guide pos="3840"/>
        <p:guide pos="4702"/>
        <p:guide pos="5586"/>
        <p:guide pos="7333"/>
        <p:guide pos="3952" orient="horz"/>
        <p:guide pos="6471"/>
        <p:guide pos="913" orient="horz"/>
      </p:guideLst>
    </p:cSldViewPr>
  </p:slideViewPr>
  <p:notesViewPr>
    <p:cSldViewPr snapToGrid="0">
      <p:cViewPr varScale="1">
        <p:scale>
          <a:sx n="100" d="100"/>
          <a:sy n="100" d="100"/>
        </p:scale>
        <p:origin x="0" y="0"/>
      </p:cViewPr>
      <p:guideLst>
        <p:guide pos="2880" orient="horz"/>
        <p:guide pos="2160"/>
      </p:guideLst>
    </p:cSldViewPr>
  </p:notes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ru-RU"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p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1" name="Google Shape;181;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p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0" name="Google Shape;190;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9" name="Google Shape;199;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p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8" name="Google Shape;208;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p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6" name="Google Shape;216;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p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4" name="Google Shape;224;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p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2" name="Google Shape;232;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p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0" name="Google Shape;240;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p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8" name="Google Shape;248;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p1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6" name="Google Shape;256;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 Id="rId3"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jpg"/><Relationship Id="rId3"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jpg"/><Relationship Id="rId3" Type="http://schemas.openxmlformats.org/officeDocument/2006/relationships/image" Target="../media/image5.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jpg"/><Relationship Id="rId3" Type="http://schemas.openxmlformats.org/officeDocument/2006/relationships/image" Target="../media/image1.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jpg"/><Relationship Id="rId3" Type="http://schemas.openxmlformats.org/officeDocument/2006/relationships/image" Target="../media/image1.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jpg"/><Relationship Id="rId3" Type="http://schemas.openxmlformats.org/officeDocument/2006/relationships/image" Target="../media/image1.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jpg"/><Relationship Id="rId3" Type="http://schemas.openxmlformats.org/officeDocument/2006/relationships/image" Target="../media/image1.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jpg"/><Relationship Id="rId3" Type="http://schemas.openxmlformats.org/officeDocument/2006/relationships/image" Target="../media/image1.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jpg"/><Relationship Id="rId3" Type="http://schemas.openxmlformats.org/officeDocument/2006/relationships/image" Target="../media/image1.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jpg"/><Relationship Id="rId3" Type="http://schemas.openxmlformats.org/officeDocument/2006/relationships/image" Target="../media/image1.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jpg"/><Relationship Id="rId3" Type="http://schemas.openxmlformats.org/officeDocument/2006/relationships/image" Target="../media/image1.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jpg"/><Relationship Id="rId3" Type="http://schemas.openxmlformats.org/officeDocument/2006/relationships/image" Target="../media/image1.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Обложка">
  <p:cSld name="Обложка">
    <p:bg>
      <p:bgPr>
        <a:blipFill>
          <a:blip r:embed="rId2">
            <a:alphaModFix/>
          </a:blip>
          <a:stretch>
            <a:fillRect/>
          </a:stretch>
        </a:blipFill>
      </p:bgPr>
    </p:bg>
    <p:spTree>
      <p:nvGrpSpPr>
        <p:cNvPr id="15" name="Shape 15"/>
        <p:cNvGrpSpPr/>
        <p:nvPr/>
      </p:nvGrpSpPr>
      <p:grpSpPr>
        <a:xfrm>
          <a:off x="0" y="0"/>
          <a:ext cx="0" cy="0"/>
          <a:chOff x="0" y="0"/>
          <a:chExt cx="0" cy="0"/>
        </a:xfrm>
      </p:grpSpPr>
      <p:pic>
        <p:nvPicPr>
          <p:cNvPr descr="A blue circle with white text&#10;&#10;Description automatically generated with low confidence" id="16" name="Google Shape;16;p2"/>
          <p:cNvPicPr preferRelativeResize="0"/>
          <p:nvPr/>
        </p:nvPicPr>
        <p:blipFill rotWithShape="1">
          <a:blip r:embed="rId3">
            <a:alphaModFix/>
          </a:blip>
          <a:srcRect b="0" l="0" r="0" t="0"/>
          <a:stretch/>
        </p:blipFill>
        <p:spPr>
          <a:xfrm>
            <a:off x="1013859" y="962173"/>
            <a:ext cx="886499" cy="886499"/>
          </a:xfrm>
          <a:prstGeom prst="rect">
            <a:avLst/>
          </a:prstGeom>
          <a:noFill/>
          <a:ln>
            <a:noFill/>
          </a:ln>
        </p:spPr>
      </p:pic>
      <p:cxnSp>
        <p:nvCxnSpPr>
          <p:cNvPr id="17" name="Google Shape;17;p2"/>
          <p:cNvCxnSpPr/>
          <p:nvPr/>
        </p:nvCxnSpPr>
        <p:spPr>
          <a:xfrm>
            <a:off x="6090212" y="985336"/>
            <a:ext cx="0" cy="840173"/>
          </a:xfrm>
          <a:prstGeom prst="straightConnector1">
            <a:avLst/>
          </a:prstGeom>
          <a:noFill/>
          <a:ln cap="flat" cmpd="sng" w="12700">
            <a:solidFill>
              <a:srgbClr val="102D69"/>
            </a:solidFill>
            <a:prstDash val="solid"/>
            <a:miter lim="800000"/>
            <a:headEnd len="sm" w="sm" type="none"/>
            <a:tailEnd len="sm" w="sm" type="none"/>
          </a:ln>
        </p:spPr>
      </p:cxnSp>
      <p:cxnSp>
        <p:nvCxnSpPr>
          <p:cNvPr id="18" name="Google Shape;18;p2"/>
          <p:cNvCxnSpPr/>
          <p:nvPr/>
        </p:nvCxnSpPr>
        <p:spPr>
          <a:xfrm>
            <a:off x="8642581" y="985336"/>
            <a:ext cx="0" cy="840173"/>
          </a:xfrm>
          <a:prstGeom prst="straightConnector1">
            <a:avLst/>
          </a:prstGeom>
          <a:noFill/>
          <a:ln cap="flat" cmpd="sng" w="12700">
            <a:solidFill>
              <a:srgbClr val="102D69"/>
            </a:solidFill>
            <a:prstDash val="solid"/>
            <a:miter lim="800000"/>
            <a:headEnd len="sm" w="sm" type="none"/>
            <a:tailEnd len="sm" w="sm" type="none"/>
          </a:ln>
        </p:spPr>
      </p:cxnSp>
      <p:cxnSp>
        <p:nvCxnSpPr>
          <p:cNvPr id="19" name="Google Shape;19;p2"/>
          <p:cNvCxnSpPr/>
          <p:nvPr/>
        </p:nvCxnSpPr>
        <p:spPr>
          <a:xfrm>
            <a:off x="11179047" y="985336"/>
            <a:ext cx="0" cy="840173"/>
          </a:xfrm>
          <a:prstGeom prst="straightConnector1">
            <a:avLst/>
          </a:prstGeom>
          <a:noFill/>
          <a:ln cap="flat" cmpd="sng" w="12700">
            <a:solidFill>
              <a:srgbClr val="102D69"/>
            </a:solidFill>
            <a:prstDash val="solid"/>
            <a:miter lim="800000"/>
            <a:headEnd len="sm" w="sm" type="none"/>
            <a:tailEnd len="sm" w="sm" type="none"/>
          </a:ln>
        </p:spPr>
      </p:cxnSp>
      <p:sp>
        <p:nvSpPr>
          <p:cNvPr id="20" name="Google Shape;20;p2"/>
          <p:cNvSpPr txBox="1"/>
          <p:nvPr>
            <p:ph type="title"/>
          </p:nvPr>
        </p:nvSpPr>
        <p:spPr>
          <a:xfrm>
            <a:off x="1027967" y="2404670"/>
            <a:ext cx="7634059" cy="1978323"/>
          </a:xfrm>
          <a:prstGeom prst="rect">
            <a:avLst/>
          </a:prstGeom>
          <a:noFill/>
          <a:ln>
            <a:noFill/>
          </a:ln>
        </p:spPr>
        <p:txBody>
          <a:bodyPr anchorCtr="0" anchor="t" bIns="0" lIns="0" spcFirstLastPara="1" rIns="0" wrap="square" tIns="0">
            <a:normAutofit/>
          </a:bodyPr>
          <a:lstStyle>
            <a:lvl1pPr lvl="0" algn="l">
              <a:lnSpc>
                <a:spcPct val="100000"/>
              </a:lnSpc>
              <a:spcBef>
                <a:spcPts val="0"/>
              </a:spcBef>
              <a:spcAft>
                <a:spcPts val="0"/>
              </a:spcAft>
              <a:buClr>
                <a:srgbClr val="0E2D69"/>
              </a:buClr>
              <a:buSzPts val="4300"/>
              <a:buFont typeface="Arial"/>
              <a:buNone/>
              <a:defRPr b="0" i="0" sz="4300">
                <a:solidFill>
                  <a:srgbClr val="0E2D69"/>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 name="Google Shape;21;p2"/>
          <p:cNvSpPr txBox="1"/>
          <p:nvPr>
            <p:ph idx="1" type="body"/>
          </p:nvPr>
        </p:nvSpPr>
        <p:spPr>
          <a:xfrm>
            <a:off x="2074947" y="1187841"/>
            <a:ext cx="3848717" cy="435163"/>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dk1"/>
              </a:buClr>
              <a:buSzPts val="1600"/>
              <a:buNone/>
              <a:defRPr b="0" i="0" sz="1600">
                <a:latin typeface="Arial"/>
                <a:ea typeface="Arial"/>
                <a:cs typeface="Arial"/>
                <a:sym typeface="Arial"/>
              </a:defRPr>
            </a:lvl1pPr>
            <a:lvl2pPr indent="-228600" lvl="1" marL="914400" algn="l">
              <a:lnSpc>
                <a:spcPct val="90000"/>
              </a:lnSpc>
              <a:spcBef>
                <a:spcPts val="500"/>
              </a:spcBef>
              <a:spcAft>
                <a:spcPts val="0"/>
              </a:spcAft>
              <a:buClr>
                <a:schemeClr val="dk1"/>
              </a:buClr>
              <a:buSzPts val="1600"/>
              <a:buNone/>
              <a:defRPr b="0" i="0" sz="1600">
                <a:latin typeface="Arial"/>
                <a:ea typeface="Arial"/>
                <a:cs typeface="Arial"/>
                <a:sym typeface="Arial"/>
              </a:defRPr>
            </a:lvl2pPr>
            <a:lvl3pPr indent="-228600" lvl="2" marL="1371600" algn="l">
              <a:lnSpc>
                <a:spcPct val="90000"/>
              </a:lnSpc>
              <a:spcBef>
                <a:spcPts val="500"/>
              </a:spcBef>
              <a:spcAft>
                <a:spcPts val="0"/>
              </a:spcAft>
              <a:buClr>
                <a:schemeClr val="dk1"/>
              </a:buClr>
              <a:buSzPts val="1600"/>
              <a:buNone/>
              <a:defRPr b="0" i="0" sz="1600">
                <a:latin typeface="Arial"/>
                <a:ea typeface="Arial"/>
                <a:cs typeface="Arial"/>
                <a:sym typeface="Arial"/>
              </a:defRPr>
            </a:lvl3pPr>
            <a:lvl4pPr indent="-228600" lvl="3" marL="1828800" algn="l">
              <a:lnSpc>
                <a:spcPct val="90000"/>
              </a:lnSpc>
              <a:spcBef>
                <a:spcPts val="500"/>
              </a:spcBef>
              <a:spcAft>
                <a:spcPts val="0"/>
              </a:spcAft>
              <a:buClr>
                <a:schemeClr val="dk1"/>
              </a:buClr>
              <a:buSzPts val="1600"/>
              <a:buNone/>
              <a:defRPr b="0" i="0" sz="1600">
                <a:latin typeface="Arial"/>
                <a:ea typeface="Arial"/>
                <a:cs typeface="Arial"/>
                <a:sym typeface="Arial"/>
              </a:defRPr>
            </a:lvl4pPr>
            <a:lvl5pPr indent="-228600" lvl="4" marL="2286000" algn="l">
              <a:lnSpc>
                <a:spcPct val="90000"/>
              </a:lnSpc>
              <a:spcBef>
                <a:spcPts val="500"/>
              </a:spcBef>
              <a:spcAft>
                <a:spcPts val="0"/>
              </a:spcAft>
              <a:buClr>
                <a:schemeClr val="dk1"/>
              </a:buClr>
              <a:buSzPts val="1600"/>
              <a:buNone/>
              <a:defRPr b="0" i="0" sz="1600">
                <a:latin typeface="Arial"/>
                <a:ea typeface="Arial"/>
                <a:cs typeface="Arial"/>
                <a:sym typeface="Aria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2" name="Google Shape;22;p2"/>
          <p:cNvSpPr txBox="1"/>
          <p:nvPr>
            <p:ph idx="2" type="body"/>
          </p:nvPr>
        </p:nvSpPr>
        <p:spPr>
          <a:xfrm>
            <a:off x="6259420" y="1173829"/>
            <a:ext cx="2278063" cy="463186"/>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rgbClr val="0E2D69"/>
              </a:buClr>
              <a:buSzPts val="1200"/>
              <a:buFont typeface="Arial"/>
              <a:buNone/>
              <a:defRPr b="0" i="0" sz="1200">
                <a:solidFill>
                  <a:srgbClr val="0E2D69"/>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3" name="Google Shape;23;p2"/>
          <p:cNvSpPr txBox="1"/>
          <p:nvPr>
            <p:ph idx="3" type="body"/>
          </p:nvPr>
        </p:nvSpPr>
        <p:spPr>
          <a:xfrm>
            <a:off x="8786720" y="1173829"/>
            <a:ext cx="2217738" cy="463186"/>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rgbClr val="0E2D69"/>
              </a:buClr>
              <a:buSzPts val="1200"/>
              <a:buFont typeface="Arial"/>
              <a:buNone/>
              <a:defRPr b="0" i="0" sz="1200">
                <a:solidFill>
                  <a:srgbClr val="0E2D69"/>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 name="Google Shape;24;p2"/>
          <p:cNvSpPr txBox="1"/>
          <p:nvPr>
            <p:ph idx="4" type="body"/>
          </p:nvPr>
        </p:nvSpPr>
        <p:spPr>
          <a:xfrm>
            <a:off x="1027967" y="4824914"/>
            <a:ext cx="7625267" cy="65286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rgbClr val="0E2D69"/>
              </a:buClr>
              <a:buSzPts val="1600"/>
              <a:buFont typeface="Arial"/>
              <a:buNone/>
              <a:defRPr b="0" i="0" sz="1600">
                <a:solidFill>
                  <a:srgbClr val="0E2D69"/>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Текст_1">
  <p:cSld name="Текст_1">
    <p:bg>
      <p:bgPr>
        <a:blipFill>
          <a:blip r:embed="rId2">
            <a:alphaModFix/>
          </a:blip>
          <a:stretch>
            <a:fillRect/>
          </a:stretch>
        </a:blipFill>
      </p:bgPr>
    </p:bg>
    <p:spTree>
      <p:nvGrpSpPr>
        <p:cNvPr id="25" name="Shape 25"/>
        <p:cNvGrpSpPr/>
        <p:nvPr/>
      </p:nvGrpSpPr>
      <p:grpSpPr>
        <a:xfrm>
          <a:off x="0" y="0"/>
          <a:ext cx="0" cy="0"/>
          <a:chOff x="0" y="0"/>
          <a:chExt cx="0" cy="0"/>
        </a:xfrm>
      </p:grpSpPr>
      <p:pic>
        <p:nvPicPr>
          <p:cNvPr descr="Icon&#10;&#10;Description automatically generated" id="26" name="Google Shape;26;p3"/>
          <p:cNvPicPr preferRelativeResize="0"/>
          <p:nvPr/>
        </p:nvPicPr>
        <p:blipFill rotWithShape="1">
          <a:blip r:embed="rId3">
            <a:alphaModFix/>
          </a:blip>
          <a:srcRect b="0" l="0" r="0" t="0"/>
          <a:stretch/>
        </p:blipFill>
        <p:spPr>
          <a:xfrm>
            <a:off x="517199" y="464363"/>
            <a:ext cx="448276" cy="448276"/>
          </a:xfrm>
          <a:prstGeom prst="rect">
            <a:avLst/>
          </a:prstGeom>
          <a:noFill/>
          <a:ln>
            <a:noFill/>
          </a:ln>
        </p:spPr>
      </p:pic>
      <p:cxnSp>
        <p:nvCxnSpPr>
          <p:cNvPr id="27" name="Google Shape;27;p3"/>
          <p:cNvCxnSpPr/>
          <p:nvPr/>
        </p:nvCxnSpPr>
        <p:spPr>
          <a:xfrm>
            <a:off x="3298686" y="464363"/>
            <a:ext cx="0" cy="586260"/>
          </a:xfrm>
          <a:prstGeom prst="straightConnector1">
            <a:avLst/>
          </a:prstGeom>
          <a:noFill/>
          <a:ln cap="flat" cmpd="sng" w="12700">
            <a:solidFill>
              <a:srgbClr val="102D69"/>
            </a:solidFill>
            <a:prstDash val="solid"/>
            <a:miter lim="800000"/>
            <a:headEnd len="sm" w="sm" type="none"/>
            <a:tailEnd len="sm" w="sm" type="none"/>
          </a:ln>
        </p:spPr>
      </p:cxnSp>
      <p:cxnSp>
        <p:nvCxnSpPr>
          <p:cNvPr id="28" name="Google Shape;28;p3"/>
          <p:cNvCxnSpPr/>
          <p:nvPr/>
        </p:nvCxnSpPr>
        <p:spPr>
          <a:xfrm>
            <a:off x="6099416" y="464363"/>
            <a:ext cx="0" cy="586260"/>
          </a:xfrm>
          <a:prstGeom prst="straightConnector1">
            <a:avLst/>
          </a:prstGeom>
          <a:noFill/>
          <a:ln cap="flat" cmpd="sng" w="12700">
            <a:solidFill>
              <a:srgbClr val="102D69"/>
            </a:solidFill>
            <a:prstDash val="solid"/>
            <a:miter lim="800000"/>
            <a:headEnd len="sm" w="sm" type="none"/>
            <a:tailEnd len="sm" w="sm" type="none"/>
          </a:ln>
        </p:spPr>
      </p:cxnSp>
      <p:cxnSp>
        <p:nvCxnSpPr>
          <p:cNvPr id="29" name="Google Shape;29;p3"/>
          <p:cNvCxnSpPr/>
          <p:nvPr/>
        </p:nvCxnSpPr>
        <p:spPr>
          <a:xfrm>
            <a:off x="10277081" y="464363"/>
            <a:ext cx="0" cy="586260"/>
          </a:xfrm>
          <a:prstGeom prst="straightConnector1">
            <a:avLst/>
          </a:prstGeom>
          <a:noFill/>
          <a:ln cap="flat" cmpd="sng" w="12700">
            <a:solidFill>
              <a:srgbClr val="102D69"/>
            </a:solidFill>
            <a:prstDash val="solid"/>
            <a:miter lim="800000"/>
            <a:headEnd len="sm" w="sm" type="none"/>
            <a:tailEnd len="sm" w="sm" type="none"/>
          </a:ln>
        </p:spPr>
      </p:cxnSp>
      <p:sp>
        <p:nvSpPr>
          <p:cNvPr id="30" name="Google Shape;30;p3"/>
          <p:cNvSpPr txBox="1"/>
          <p:nvPr/>
        </p:nvSpPr>
        <p:spPr>
          <a:xfrm>
            <a:off x="10410201" y="532278"/>
            <a:ext cx="671977" cy="307777"/>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fld id="{00000000-1234-1234-1234-123412341234}" type="slidenum">
              <a:rPr b="0" i="0" lang="ru-RU" sz="2000" u="none" cap="none" strike="noStrike">
                <a:solidFill>
                  <a:srgbClr val="102D69"/>
                </a:solidFill>
                <a:latin typeface="Arial"/>
                <a:ea typeface="Arial"/>
                <a:cs typeface="Arial"/>
                <a:sym typeface="Arial"/>
              </a:rPr>
              <a:t>‹#›</a:t>
            </a:fld>
            <a:endParaRPr sz="2000">
              <a:solidFill>
                <a:srgbClr val="102D69"/>
              </a:solidFill>
              <a:latin typeface="Arial"/>
              <a:ea typeface="Arial"/>
              <a:cs typeface="Arial"/>
              <a:sym typeface="Arial"/>
            </a:endParaRPr>
          </a:p>
        </p:txBody>
      </p:sp>
      <p:cxnSp>
        <p:nvCxnSpPr>
          <p:cNvPr id="31" name="Google Shape;31;p3"/>
          <p:cNvCxnSpPr/>
          <p:nvPr/>
        </p:nvCxnSpPr>
        <p:spPr>
          <a:xfrm>
            <a:off x="11643868" y="464363"/>
            <a:ext cx="0" cy="586260"/>
          </a:xfrm>
          <a:prstGeom prst="straightConnector1">
            <a:avLst/>
          </a:prstGeom>
          <a:noFill/>
          <a:ln cap="flat" cmpd="sng" w="12700">
            <a:solidFill>
              <a:srgbClr val="102D69"/>
            </a:solidFill>
            <a:prstDash val="solid"/>
            <a:miter lim="800000"/>
            <a:headEnd len="sm" w="sm" type="none"/>
            <a:tailEnd len="sm" w="sm" type="none"/>
          </a:ln>
        </p:spPr>
      </p:cxnSp>
      <p:sp>
        <p:nvSpPr>
          <p:cNvPr id="32" name="Google Shape;32;p3"/>
          <p:cNvSpPr/>
          <p:nvPr>
            <p:ph idx="2" type="pic"/>
          </p:nvPr>
        </p:nvSpPr>
        <p:spPr>
          <a:xfrm>
            <a:off x="6684653" y="1447790"/>
            <a:ext cx="4325167" cy="4325107"/>
          </a:xfrm>
          <a:prstGeom prst="rect">
            <a:avLst/>
          </a:prstGeom>
          <a:solidFill>
            <a:srgbClr val="D9D9D9"/>
          </a:solidFill>
          <a:ln>
            <a:noFill/>
          </a:ln>
        </p:spPr>
      </p:sp>
      <p:sp>
        <p:nvSpPr>
          <p:cNvPr id="33" name="Google Shape;33;p3"/>
          <p:cNvSpPr txBox="1"/>
          <p:nvPr>
            <p:ph type="title"/>
          </p:nvPr>
        </p:nvSpPr>
        <p:spPr>
          <a:xfrm>
            <a:off x="585898" y="1447790"/>
            <a:ext cx="5245560" cy="777025"/>
          </a:xfrm>
          <a:prstGeom prst="rect">
            <a:avLst/>
          </a:prstGeom>
          <a:noFill/>
          <a:ln>
            <a:noFill/>
          </a:ln>
        </p:spPr>
        <p:txBody>
          <a:bodyPr anchorCtr="0" anchor="t" bIns="0" lIns="0" spcFirstLastPara="1" rIns="0" wrap="square" tIns="0">
            <a:normAutofit/>
          </a:bodyPr>
          <a:lstStyle>
            <a:lvl1pPr lvl="0" algn="l">
              <a:lnSpc>
                <a:spcPct val="100000"/>
              </a:lnSpc>
              <a:spcBef>
                <a:spcPts val="0"/>
              </a:spcBef>
              <a:spcAft>
                <a:spcPts val="0"/>
              </a:spcAft>
              <a:buClr>
                <a:schemeClr val="dk1"/>
              </a:buClr>
              <a:buSzPts val="2400"/>
              <a:buFont typeface="Arial"/>
              <a:buNone/>
              <a:defRPr b="0" i="0" sz="2400">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4" name="Google Shape;34;p3"/>
          <p:cNvSpPr txBox="1"/>
          <p:nvPr>
            <p:ph idx="1" type="body"/>
          </p:nvPr>
        </p:nvSpPr>
        <p:spPr>
          <a:xfrm>
            <a:off x="585897" y="2379663"/>
            <a:ext cx="5245561" cy="3393234"/>
          </a:xfrm>
          <a:prstGeom prst="rect">
            <a:avLst/>
          </a:prstGeom>
          <a:noFill/>
          <a:ln>
            <a:noFill/>
          </a:ln>
        </p:spPr>
        <p:txBody>
          <a:bodyPr anchorCtr="0" anchor="t" bIns="45700" lIns="0" spcFirstLastPara="1" rIns="0" wrap="square" tIns="0">
            <a:normAutofit/>
          </a:bodyPr>
          <a:lstStyle>
            <a:lvl1pPr indent="-228600" lvl="0" marL="457200" marR="0" algn="l">
              <a:lnSpc>
                <a:spcPct val="100000"/>
              </a:lnSpc>
              <a:spcBef>
                <a:spcPts val="1000"/>
              </a:spcBef>
              <a:spcAft>
                <a:spcPts val="0"/>
              </a:spcAft>
              <a:buClr>
                <a:srgbClr val="0E2D69"/>
              </a:buClr>
              <a:buSzPts val="1300"/>
              <a:buFont typeface="Arial"/>
              <a:buNone/>
              <a:defRPr b="0" i="0" sz="1300">
                <a:solidFill>
                  <a:srgbClr val="0E2D69"/>
                </a:solidFill>
                <a:latin typeface="Arial"/>
                <a:ea typeface="Arial"/>
                <a:cs typeface="Arial"/>
                <a:sym typeface="Arial"/>
              </a:defRPr>
            </a:lvl1pPr>
            <a:lvl2pPr indent="-228600" lvl="1" marL="914400" algn="l">
              <a:lnSpc>
                <a:spcPct val="100000"/>
              </a:lnSpc>
              <a:spcBef>
                <a:spcPts val="1000"/>
              </a:spcBef>
              <a:spcAft>
                <a:spcPts val="0"/>
              </a:spcAft>
              <a:buClr>
                <a:srgbClr val="0E2D69"/>
              </a:buClr>
              <a:buSzPts val="1300"/>
              <a:buFont typeface="Arial"/>
              <a:buNone/>
              <a:defRPr b="0" i="0" sz="1300">
                <a:solidFill>
                  <a:srgbClr val="0E2D69"/>
                </a:solidFill>
                <a:latin typeface="Arial"/>
                <a:ea typeface="Arial"/>
                <a:cs typeface="Arial"/>
                <a:sym typeface="Arial"/>
              </a:defRPr>
            </a:lvl2pPr>
            <a:lvl3pPr indent="-228600" lvl="2" marL="1371600" algn="l">
              <a:lnSpc>
                <a:spcPct val="100000"/>
              </a:lnSpc>
              <a:spcBef>
                <a:spcPts val="1000"/>
              </a:spcBef>
              <a:spcAft>
                <a:spcPts val="0"/>
              </a:spcAft>
              <a:buClr>
                <a:srgbClr val="0E2D69"/>
              </a:buClr>
              <a:buSzPts val="1300"/>
              <a:buFont typeface="Arial"/>
              <a:buNone/>
              <a:defRPr b="0" i="0" sz="1300">
                <a:solidFill>
                  <a:srgbClr val="0E2D69"/>
                </a:solidFill>
                <a:latin typeface="Arial"/>
                <a:ea typeface="Arial"/>
                <a:cs typeface="Arial"/>
                <a:sym typeface="Arial"/>
              </a:defRPr>
            </a:lvl3pPr>
            <a:lvl4pPr indent="-228600" lvl="3" marL="1828800" algn="l">
              <a:lnSpc>
                <a:spcPct val="100000"/>
              </a:lnSpc>
              <a:spcBef>
                <a:spcPts val="1000"/>
              </a:spcBef>
              <a:spcAft>
                <a:spcPts val="0"/>
              </a:spcAft>
              <a:buClr>
                <a:srgbClr val="0E2D69"/>
              </a:buClr>
              <a:buSzPts val="1300"/>
              <a:buFont typeface="Arial"/>
              <a:buNone/>
              <a:defRPr b="0" i="0" sz="1300">
                <a:solidFill>
                  <a:srgbClr val="0E2D69"/>
                </a:solidFill>
                <a:latin typeface="Arial"/>
                <a:ea typeface="Arial"/>
                <a:cs typeface="Arial"/>
                <a:sym typeface="Arial"/>
              </a:defRPr>
            </a:lvl4pPr>
            <a:lvl5pPr indent="-228600" lvl="4" marL="2286000" algn="l">
              <a:lnSpc>
                <a:spcPct val="100000"/>
              </a:lnSpc>
              <a:spcBef>
                <a:spcPts val="1000"/>
              </a:spcBef>
              <a:spcAft>
                <a:spcPts val="0"/>
              </a:spcAft>
              <a:buClr>
                <a:srgbClr val="0E2D69"/>
              </a:buClr>
              <a:buSzPts val="1300"/>
              <a:buFont typeface="Arial"/>
              <a:buNone/>
              <a:defRPr b="0" i="0" sz="1300">
                <a:solidFill>
                  <a:srgbClr val="0E2D69"/>
                </a:solidFill>
                <a:latin typeface="Arial"/>
                <a:ea typeface="Arial"/>
                <a:cs typeface="Arial"/>
                <a:sym typeface="Aria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5" name="Google Shape;35;p3"/>
          <p:cNvSpPr txBox="1"/>
          <p:nvPr>
            <p:ph idx="3" type="body"/>
          </p:nvPr>
        </p:nvSpPr>
        <p:spPr>
          <a:xfrm>
            <a:off x="1143689" y="540904"/>
            <a:ext cx="1901825" cy="415925"/>
          </a:xfrm>
          <a:prstGeom prst="rect">
            <a:avLst/>
          </a:prstGeom>
          <a:noFill/>
          <a:ln>
            <a:noFill/>
          </a:ln>
        </p:spPr>
        <p:txBody>
          <a:bodyPr anchorCtr="0" anchor="t" bIns="0" lIns="0" spcFirstLastPara="1" rIns="0" wrap="square" tIns="0">
            <a:noAutofit/>
          </a:bodyPr>
          <a:lstStyle>
            <a:lvl1pPr indent="-228600" lvl="0" marL="457200" marR="0" algn="l">
              <a:lnSpc>
                <a:spcPct val="100000"/>
              </a:lnSpc>
              <a:spcBef>
                <a:spcPts val="0"/>
              </a:spcBef>
              <a:spcAft>
                <a:spcPts val="0"/>
              </a:spcAft>
              <a:buClr>
                <a:schemeClr val="dk1"/>
              </a:buClr>
              <a:buSzPts val="1000"/>
              <a:buFont typeface="Arial"/>
              <a:buNone/>
              <a:defRPr b="0" i="0" sz="1000">
                <a:latin typeface="Arial"/>
                <a:ea typeface="Arial"/>
                <a:cs typeface="Arial"/>
                <a:sym typeface="Arial"/>
              </a:defRPr>
            </a:lvl1pPr>
            <a:lvl2pPr indent="-228600" lvl="1" marL="914400" algn="l">
              <a:lnSpc>
                <a:spcPct val="100000"/>
              </a:lnSpc>
              <a:spcBef>
                <a:spcPts val="500"/>
              </a:spcBef>
              <a:spcAft>
                <a:spcPts val="0"/>
              </a:spcAft>
              <a:buClr>
                <a:schemeClr val="dk1"/>
              </a:buClr>
              <a:buSzPts val="1000"/>
              <a:buNone/>
              <a:defRPr b="0" i="0" sz="1000">
                <a:latin typeface="Arial"/>
                <a:ea typeface="Arial"/>
                <a:cs typeface="Arial"/>
                <a:sym typeface="Arial"/>
              </a:defRPr>
            </a:lvl2pPr>
            <a:lvl3pPr indent="-228600" lvl="2" marL="1371600" algn="l">
              <a:lnSpc>
                <a:spcPct val="100000"/>
              </a:lnSpc>
              <a:spcBef>
                <a:spcPts val="500"/>
              </a:spcBef>
              <a:spcAft>
                <a:spcPts val="0"/>
              </a:spcAft>
              <a:buClr>
                <a:schemeClr val="dk1"/>
              </a:buClr>
              <a:buSzPts val="1000"/>
              <a:buNone/>
              <a:defRPr b="0" i="0" sz="1000">
                <a:latin typeface="Arial"/>
                <a:ea typeface="Arial"/>
                <a:cs typeface="Arial"/>
                <a:sym typeface="Arial"/>
              </a:defRPr>
            </a:lvl3pPr>
            <a:lvl4pPr indent="-228600" lvl="3" marL="1828800" algn="l">
              <a:lnSpc>
                <a:spcPct val="100000"/>
              </a:lnSpc>
              <a:spcBef>
                <a:spcPts val="500"/>
              </a:spcBef>
              <a:spcAft>
                <a:spcPts val="0"/>
              </a:spcAft>
              <a:buClr>
                <a:schemeClr val="dk1"/>
              </a:buClr>
              <a:buSzPts val="1000"/>
              <a:buNone/>
              <a:defRPr b="0" i="0" sz="1000">
                <a:latin typeface="Arial"/>
                <a:ea typeface="Arial"/>
                <a:cs typeface="Arial"/>
                <a:sym typeface="Arial"/>
              </a:defRPr>
            </a:lvl4pPr>
            <a:lvl5pPr indent="-228600" lvl="4" marL="2286000" algn="l">
              <a:lnSpc>
                <a:spcPct val="100000"/>
              </a:lnSpc>
              <a:spcBef>
                <a:spcPts val="500"/>
              </a:spcBef>
              <a:spcAft>
                <a:spcPts val="0"/>
              </a:spcAft>
              <a:buClr>
                <a:schemeClr val="dk1"/>
              </a:buClr>
              <a:buSzPts val="1000"/>
              <a:buNone/>
              <a:defRPr b="0" i="0" sz="1000">
                <a:latin typeface="Arial"/>
                <a:ea typeface="Arial"/>
                <a:cs typeface="Arial"/>
                <a:sym typeface="Aria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6" name="Google Shape;36;p3"/>
          <p:cNvSpPr txBox="1"/>
          <p:nvPr>
            <p:ph idx="4" type="body"/>
          </p:nvPr>
        </p:nvSpPr>
        <p:spPr>
          <a:xfrm>
            <a:off x="3459163" y="548720"/>
            <a:ext cx="2070100" cy="408109"/>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rgbClr val="0E2D69"/>
              </a:buClr>
              <a:buSzPts val="1000"/>
              <a:buNone/>
              <a:defRPr b="0" i="0" sz="1000">
                <a:solidFill>
                  <a:srgbClr val="0E2D69"/>
                </a:solidFill>
                <a:latin typeface="Arial"/>
                <a:ea typeface="Arial"/>
                <a:cs typeface="Arial"/>
                <a:sym typeface="Arial"/>
              </a:defRPr>
            </a:lvl1pPr>
            <a:lvl2pPr indent="-228600" lvl="1" marL="914400" algn="l">
              <a:lnSpc>
                <a:spcPct val="90000"/>
              </a:lnSpc>
              <a:spcBef>
                <a:spcPts val="500"/>
              </a:spcBef>
              <a:spcAft>
                <a:spcPts val="0"/>
              </a:spcAft>
              <a:buClr>
                <a:srgbClr val="0E2D69"/>
              </a:buClr>
              <a:buSzPts val="1000"/>
              <a:buNone/>
              <a:defRPr b="0" i="0" sz="1000">
                <a:solidFill>
                  <a:srgbClr val="0E2D69"/>
                </a:solidFill>
                <a:latin typeface="Arial"/>
                <a:ea typeface="Arial"/>
                <a:cs typeface="Arial"/>
                <a:sym typeface="Arial"/>
              </a:defRPr>
            </a:lvl2pPr>
            <a:lvl3pPr indent="-228600" lvl="2" marL="1371600" algn="l">
              <a:lnSpc>
                <a:spcPct val="90000"/>
              </a:lnSpc>
              <a:spcBef>
                <a:spcPts val="500"/>
              </a:spcBef>
              <a:spcAft>
                <a:spcPts val="0"/>
              </a:spcAft>
              <a:buClr>
                <a:srgbClr val="0E2D69"/>
              </a:buClr>
              <a:buSzPts val="1000"/>
              <a:buNone/>
              <a:defRPr b="0" i="0" sz="1000">
                <a:solidFill>
                  <a:srgbClr val="0E2D69"/>
                </a:solidFill>
                <a:latin typeface="Arial"/>
                <a:ea typeface="Arial"/>
                <a:cs typeface="Arial"/>
                <a:sym typeface="Arial"/>
              </a:defRPr>
            </a:lvl3pPr>
            <a:lvl4pPr indent="-228600" lvl="3" marL="1828800" algn="l">
              <a:lnSpc>
                <a:spcPct val="90000"/>
              </a:lnSpc>
              <a:spcBef>
                <a:spcPts val="500"/>
              </a:spcBef>
              <a:spcAft>
                <a:spcPts val="0"/>
              </a:spcAft>
              <a:buClr>
                <a:srgbClr val="0E2D69"/>
              </a:buClr>
              <a:buSzPts val="1000"/>
              <a:buNone/>
              <a:defRPr b="0" i="0" sz="1000">
                <a:solidFill>
                  <a:srgbClr val="0E2D69"/>
                </a:solidFill>
                <a:latin typeface="Arial"/>
                <a:ea typeface="Arial"/>
                <a:cs typeface="Arial"/>
                <a:sym typeface="Arial"/>
              </a:defRPr>
            </a:lvl4pPr>
            <a:lvl5pPr indent="-228600" lvl="4" marL="2286000" algn="l">
              <a:lnSpc>
                <a:spcPct val="90000"/>
              </a:lnSpc>
              <a:spcBef>
                <a:spcPts val="500"/>
              </a:spcBef>
              <a:spcAft>
                <a:spcPts val="0"/>
              </a:spcAft>
              <a:buClr>
                <a:srgbClr val="0E2D69"/>
              </a:buClr>
              <a:buSzPts val="1000"/>
              <a:buNone/>
              <a:defRPr b="0" i="0" sz="1000">
                <a:solidFill>
                  <a:srgbClr val="0E2D69"/>
                </a:solidFill>
                <a:latin typeface="Arial"/>
                <a:ea typeface="Arial"/>
                <a:cs typeface="Arial"/>
                <a:sym typeface="Aria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7" name="Google Shape;37;p3"/>
          <p:cNvSpPr txBox="1"/>
          <p:nvPr>
            <p:ph idx="5" type="body"/>
          </p:nvPr>
        </p:nvSpPr>
        <p:spPr>
          <a:xfrm>
            <a:off x="6259892" y="548720"/>
            <a:ext cx="2070100" cy="408109"/>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rgbClr val="0E2D69"/>
              </a:buClr>
              <a:buSzPts val="1000"/>
              <a:buNone/>
              <a:defRPr b="0" i="0" sz="1000">
                <a:solidFill>
                  <a:srgbClr val="0E2D69"/>
                </a:solidFill>
                <a:latin typeface="Arial"/>
                <a:ea typeface="Arial"/>
                <a:cs typeface="Arial"/>
                <a:sym typeface="Arial"/>
              </a:defRPr>
            </a:lvl1pPr>
            <a:lvl2pPr indent="-228600" lvl="1" marL="914400" algn="l">
              <a:lnSpc>
                <a:spcPct val="90000"/>
              </a:lnSpc>
              <a:spcBef>
                <a:spcPts val="500"/>
              </a:spcBef>
              <a:spcAft>
                <a:spcPts val="0"/>
              </a:spcAft>
              <a:buClr>
                <a:srgbClr val="0E2D69"/>
              </a:buClr>
              <a:buSzPts val="1000"/>
              <a:buNone/>
              <a:defRPr b="0" i="0" sz="1000">
                <a:solidFill>
                  <a:srgbClr val="0E2D69"/>
                </a:solidFill>
                <a:latin typeface="Arial"/>
                <a:ea typeface="Arial"/>
                <a:cs typeface="Arial"/>
                <a:sym typeface="Arial"/>
              </a:defRPr>
            </a:lvl2pPr>
            <a:lvl3pPr indent="-228600" lvl="2" marL="1371600" algn="l">
              <a:lnSpc>
                <a:spcPct val="90000"/>
              </a:lnSpc>
              <a:spcBef>
                <a:spcPts val="500"/>
              </a:spcBef>
              <a:spcAft>
                <a:spcPts val="0"/>
              </a:spcAft>
              <a:buClr>
                <a:srgbClr val="0E2D69"/>
              </a:buClr>
              <a:buSzPts val="1000"/>
              <a:buNone/>
              <a:defRPr b="0" i="0" sz="1000">
                <a:solidFill>
                  <a:srgbClr val="0E2D69"/>
                </a:solidFill>
                <a:latin typeface="Arial"/>
                <a:ea typeface="Arial"/>
                <a:cs typeface="Arial"/>
                <a:sym typeface="Arial"/>
              </a:defRPr>
            </a:lvl3pPr>
            <a:lvl4pPr indent="-228600" lvl="3" marL="1828800" algn="l">
              <a:lnSpc>
                <a:spcPct val="90000"/>
              </a:lnSpc>
              <a:spcBef>
                <a:spcPts val="500"/>
              </a:spcBef>
              <a:spcAft>
                <a:spcPts val="0"/>
              </a:spcAft>
              <a:buClr>
                <a:srgbClr val="0E2D69"/>
              </a:buClr>
              <a:buSzPts val="1000"/>
              <a:buNone/>
              <a:defRPr b="0" i="0" sz="1000">
                <a:solidFill>
                  <a:srgbClr val="0E2D69"/>
                </a:solidFill>
                <a:latin typeface="Arial"/>
                <a:ea typeface="Arial"/>
                <a:cs typeface="Arial"/>
                <a:sym typeface="Arial"/>
              </a:defRPr>
            </a:lvl4pPr>
            <a:lvl5pPr indent="-228600" lvl="4" marL="2286000" algn="l">
              <a:lnSpc>
                <a:spcPct val="90000"/>
              </a:lnSpc>
              <a:spcBef>
                <a:spcPts val="500"/>
              </a:spcBef>
              <a:spcAft>
                <a:spcPts val="0"/>
              </a:spcAft>
              <a:buClr>
                <a:srgbClr val="0E2D69"/>
              </a:buClr>
              <a:buSzPts val="1000"/>
              <a:buNone/>
              <a:defRPr b="0" i="0" sz="1000">
                <a:solidFill>
                  <a:srgbClr val="0E2D69"/>
                </a:solidFill>
                <a:latin typeface="Arial"/>
                <a:ea typeface="Arial"/>
                <a:cs typeface="Arial"/>
                <a:sym typeface="Aria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чистый">
  <p:cSld name="чистый">
    <p:bg>
      <p:bgPr>
        <a:blipFill>
          <a:blip r:embed="rId2">
            <a:alphaModFix/>
          </a:blip>
          <a:stretch>
            <a:fillRect/>
          </a:stretch>
        </a:blipFill>
      </p:bgPr>
    </p:bg>
    <p:spTree>
      <p:nvGrpSpPr>
        <p:cNvPr id="38" name="Shape 38"/>
        <p:cNvGrpSpPr/>
        <p:nvPr/>
      </p:nvGrpSpPr>
      <p:grpSpPr>
        <a:xfrm>
          <a:off x="0" y="0"/>
          <a:ext cx="0" cy="0"/>
          <a:chOff x="0" y="0"/>
          <a:chExt cx="0" cy="0"/>
        </a:xfrm>
      </p:grpSpPr>
      <p:sp>
        <p:nvSpPr>
          <p:cNvPr id="39" name="Google Shape;39;p4"/>
          <p:cNvSpPr/>
          <p:nvPr/>
        </p:nvSpPr>
        <p:spPr>
          <a:xfrm>
            <a:off x="0" y="0"/>
            <a:ext cx="12192000" cy="6858000"/>
          </a:xfrm>
          <a:prstGeom prst="rect">
            <a:avLst/>
          </a:prstGeom>
          <a:solidFill>
            <a:schemeClr val="dk1"/>
          </a:solidFill>
          <a:ln cap="flat" cmpd="sng" w="12700">
            <a:solidFill>
              <a:srgbClr val="0A204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id="40" name="Google Shape;40;p4"/>
          <p:cNvPicPr preferRelativeResize="0"/>
          <p:nvPr/>
        </p:nvPicPr>
        <p:blipFill rotWithShape="1">
          <a:blip r:embed="rId3">
            <a:alphaModFix/>
          </a:blip>
          <a:srcRect b="0" l="0" r="0" t="0"/>
          <a:stretch/>
        </p:blipFill>
        <p:spPr>
          <a:xfrm>
            <a:off x="5310809" y="2643809"/>
            <a:ext cx="1570383" cy="1570383"/>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Текст_2">
  <p:cSld name="Текст_2">
    <p:bg>
      <p:bgPr>
        <a:blipFill>
          <a:blip r:embed="rId2">
            <a:alphaModFix/>
          </a:blip>
          <a:stretch>
            <a:fillRect/>
          </a:stretch>
        </a:blipFill>
      </p:bgPr>
    </p:bg>
    <p:spTree>
      <p:nvGrpSpPr>
        <p:cNvPr id="41" name="Shape 41"/>
        <p:cNvGrpSpPr/>
        <p:nvPr/>
      </p:nvGrpSpPr>
      <p:grpSpPr>
        <a:xfrm>
          <a:off x="0" y="0"/>
          <a:ext cx="0" cy="0"/>
          <a:chOff x="0" y="0"/>
          <a:chExt cx="0" cy="0"/>
        </a:xfrm>
      </p:grpSpPr>
      <p:pic>
        <p:nvPicPr>
          <p:cNvPr descr="Icon&#10;&#10;Description automatically generated" id="42" name="Google Shape;42;p5"/>
          <p:cNvPicPr preferRelativeResize="0"/>
          <p:nvPr/>
        </p:nvPicPr>
        <p:blipFill rotWithShape="1">
          <a:blip r:embed="rId3">
            <a:alphaModFix/>
          </a:blip>
          <a:srcRect b="0" l="0" r="0" t="0"/>
          <a:stretch/>
        </p:blipFill>
        <p:spPr>
          <a:xfrm>
            <a:off x="517199" y="464363"/>
            <a:ext cx="448276" cy="448276"/>
          </a:xfrm>
          <a:prstGeom prst="rect">
            <a:avLst/>
          </a:prstGeom>
          <a:noFill/>
          <a:ln>
            <a:noFill/>
          </a:ln>
        </p:spPr>
      </p:pic>
      <p:cxnSp>
        <p:nvCxnSpPr>
          <p:cNvPr id="43" name="Google Shape;43;p5"/>
          <p:cNvCxnSpPr/>
          <p:nvPr/>
        </p:nvCxnSpPr>
        <p:spPr>
          <a:xfrm>
            <a:off x="3298686" y="464363"/>
            <a:ext cx="0" cy="586260"/>
          </a:xfrm>
          <a:prstGeom prst="straightConnector1">
            <a:avLst/>
          </a:prstGeom>
          <a:noFill/>
          <a:ln cap="flat" cmpd="sng" w="12700">
            <a:solidFill>
              <a:srgbClr val="102D69"/>
            </a:solidFill>
            <a:prstDash val="solid"/>
            <a:miter lim="800000"/>
            <a:headEnd len="sm" w="sm" type="none"/>
            <a:tailEnd len="sm" w="sm" type="none"/>
          </a:ln>
        </p:spPr>
      </p:cxnSp>
      <p:cxnSp>
        <p:nvCxnSpPr>
          <p:cNvPr id="44" name="Google Shape;44;p5"/>
          <p:cNvCxnSpPr/>
          <p:nvPr/>
        </p:nvCxnSpPr>
        <p:spPr>
          <a:xfrm>
            <a:off x="6099416" y="464363"/>
            <a:ext cx="0" cy="586260"/>
          </a:xfrm>
          <a:prstGeom prst="straightConnector1">
            <a:avLst/>
          </a:prstGeom>
          <a:noFill/>
          <a:ln cap="flat" cmpd="sng" w="12700">
            <a:solidFill>
              <a:srgbClr val="102D69"/>
            </a:solidFill>
            <a:prstDash val="solid"/>
            <a:miter lim="800000"/>
            <a:headEnd len="sm" w="sm" type="none"/>
            <a:tailEnd len="sm" w="sm" type="none"/>
          </a:ln>
        </p:spPr>
      </p:cxnSp>
      <p:cxnSp>
        <p:nvCxnSpPr>
          <p:cNvPr id="45" name="Google Shape;45;p5"/>
          <p:cNvCxnSpPr/>
          <p:nvPr/>
        </p:nvCxnSpPr>
        <p:spPr>
          <a:xfrm>
            <a:off x="10277081" y="464363"/>
            <a:ext cx="0" cy="586260"/>
          </a:xfrm>
          <a:prstGeom prst="straightConnector1">
            <a:avLst/>
          </a:prstGeom>
          <a:noFill/>
          <a:ln cap="flat" cmpd="sng" w="12700">
            <a:solidFill>
              <a:srgbClr val="102D69"/>
            </a:solidFill>
            <a:prstDash val="solid"/>
            <a:miter lim="800000"/>
            <a:headEnd len="sm" w="sm" type="none"/>
            <a:tailEnd len="sm" w="sm" type="none"/>
          </a:ln>
        </p:spPr>
      </p:cxnSp>
      <p:sp>
        <p:nvSpPr>
          <p:cNvPr id="46" name="Google Shape;46;p5"/>
          <p:cNvSpPr txBox="1"/>
          <p:nvPr/>
        </p:nvSpPr>
        <p:spPr>
          <a:xfrm>
            <a:off x="10410201" y="532278"/>
            <a:ext cx="671977" cy="307777"/>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fld id="{00000000-1234-1234-1234-123412341234}" type="slidenum">
              <a:rPr lang="ru-RU" sz="2000">
                <a:solidFill>
                  <a:srgbClr val="102D69"/>
                </a:solidFill>
                <a:latin typeface="Arial"/>
                <a:ea typeface="Arial"/>
                <a:cs typeface="Arial"/>
                <a:sym typeface="Arial"/>
              </a:rPr>
              <a:t>‹#›</a:t>
            </a:fld>
            <a:endParaRPr sz="2000">
              <a:solidFill>
                <a:srgbClr val="102D69"/>
              </a:solidFill>
              <a:latin typeface="Arial"/>
              <a:ea typeface="Arial"/>
              <a:cs typeface="Arial"/>
              <a:sym typeface="Arial"/>
            </a:endParaRPr>
          </a:p>
        </p:txBody>
      </p:sp>
      <p:cxnSp>
        <p:nvCxnSpPr>
          <p:cNvPr id="47" name="Google Shape;47;p5"/>
          <p:cNvCxnSpPr/>
          <p:nvPr/>
        </p:nvCxnSpPr>
        <p:spPr>
          <a:xfrm>
            <a:off x="11643868" y="464363"/>
            <a:ext cx="0" cy="586260"/>
          </a:xfrm>
          <a:prstGeom prst="straightConnector1">
            <a:avLst/>
          </a:prstGeom>
          <a:noFill/>
          <a:ln cap="flat" cmpd="sng" w="12700">
            <a:solidFill>
              <a:srgbClr val="102D69"/>
            </a:solidFill>
            <a:prstDash val="solid"/>
            <a:miter lim="800000"/>
            <a:headEnd len="sm" w="sm" type="none"/>
            <a:tailEnd len="sm" w="sm" type="none"/>
          </a:ln>
        </p:spPr>
      </p:cxnSp>
      <p:sp>
        <p:nvSpPr>
          <p:cNvPr id="48" name="Google Shape;48;p5"/>
          <p:cNvSpPr txBox="1"/>
          <p:nvPr>
            <p:ph idx="1" type="body"/>
          </p:nvPr>
        </p:nvSpPr>
        <p:spPr>
          <a:xfrm>
            <a:off x="1143689" y="540904"/>
            <a:ext cx="1901825" cy="415925"/>
          </a:xfrm>
          <a:prstGeom prst="rect">
            <a:avLst/>
          </a:prstGeom>
          <a:noFill/>
          <a:ln>
            <a:noFill/>
          </a:ln>
        </p:spPr>
        <p:txBody>
          <a:bodyPr anchorCtr="0" anchor="t" bIns="0" lIns="0" spcFirstLastPara="1" rIns="0" wrap="square" tIns="0">
            <a:noAutofit/>
          </a:bodyPr>
          <a:lstStyle>
            <a:lvl1pPr indent="-228600" lvl="0" marL="457200" marR="0" algn="l">
              <a:lnSpc>
                <a:spcPct val="100000"/>
              </a:lnSpc>
              <a:spcBef>
                <a:spcPts val="0"/>
              </a:spcBef>
              <a:spcAft>
                <a:spcPts val="0"/>
              </a:spcAft>
              <a:buClr>
                <a:schemeClr val="dk1"/>
              </a:buClr>
              <a:buSzPts val="1000"/>
              <a:buFont typeface="Arial"/>
              <a:buNone/>
              <a:defRPr b="0" i="0" sz="1000">
                <a:latin typeface="Arial"/>
                <a:ea typeface="Arial"/>
                <a:cs typeface="Arial"/>
                <a:sym typeface="Arial"/>
              </a:defRPr>
            </a:lvl1pPr>
            <a:lvl2pPr indent="-228600" lvl="1" marL="914400" algn="l">
              <a:lnSpc>
                <a:spcPct val="100000"/>
              </a:lnSpc>
              <a:spcBef>
                <a:spcPts val="500"/>
              </a:spcBef>
              <a:spcAft>
                <a:spcPts val="0"/>
              </a:spcAft>
              <a:buClr>
                <a:schemeClr val="dk1"/>
              </a:buClr>
              <a:buSzPts val="1000"/>
              <a:buNone/>
              <a:defRPr b="0" i="0" sz="1000">
                <a:latin typeface="Arial"/>
                <a:ea typeface="Arial"/>
                <a:cs typeface="Arial"/>
                <a:sym typeface="Arial"/>
              </a:defRPr>
            </a:lvl2pPr>
            <a:lvl3pPr indent="-228600" lvl="2" marL="1371600" algn="l">
              <a:lnSpc>
                <a:spcPct val="100000"/>
              </a:lnSpc>
              <a:spcBef>
                <a:spcPts val="500"/>
              </a:spcBef>
              <a:spcAft>
                <a:spcPts val="0"/>
              </a:spcAft>
              <a:buClr>
                <a:schemeClr val="dk1"/>
              </a:buClr>
              <a:buSzPts val="1000"/>
              <a:buNone/>
              <a:defRPr b="0" i="0" sz="1000">
                <a:latin typeface="Arial"/>
                <a:ea typeface="Arial"/>
                <a:cs typeface="Arial"/>
                <a:sym typeface="Arial"/>
              </a:defRPr>
            </a:lvl3pPr>
            <a:lvl4pPr indent="-228600" lvl="3" marL="1828800" algn="l">
              <a:lnSpc>
                <a:spcPct val="100000"/>
              </a:lnSpc>
              <a:spcBef>
                <a:spcPts val="500"/>
              </a:spcBef>
              <a:spcAft>
                <a:spcPts val="0"/>
              </a:spcAft>
              <a:buClr>
                <a:schemeClr val="dk1"/>
              </a:buClr>
              <a:buSzPts val="1000"/>
              <a:buNone/>
              <a:defRPr b="0" i="0" sz="1000">
                <a:latin typeface="Arial"/>
                <a:ea typeface="Arial"/>
                <a:cs typeface="Arial"/>
                <a:sym typeface="Arial"/>
              </a:defRPr>
            </a:lvl4pPr>
            <a:lvl5pPr indent="-228600" lvl="4" marL="2286000" algn="l">
              <a:lnSpc>
                <a:spcPct val="100000"/>
              </a:lnSpc>
              <a:spcBef>
                <a:spcPts val="500"/>
              </a:spcBef>
              <a:spcAft>
                <a:spcPts val="0"/>
              </a:spcAft>
              <a:buClr>
                <a:schemeClr val="dk1"/>
              </a:buClr>
              <a:buSzPts val="1000"/>
              <a:buNone/>
              <a:defRPr b="0" i="0" sz="1000">
                <a:latin typeface="Arial"/>
                <a:ea typeface="Arial"/>
                <a:cs typeface="Arial"/>
                <a:sym typeface="Aria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9" name="Google Shape;49;p5"/>
          <p:cNvSpPr txBox="1"/>
          <p:nvPr>
            <p:ph idx="2" type="body"/>
          </p:nvPr>
        </p:nvSpPr>
        <p:spPr>
          <a:xfrm>
            <a:off x="3459163" y="548720"/>
            <a:ext cx="2070100" cy="408109"/>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rgbClr val="0E2D69"/>
              </a:buClr>
              <a:buSzPts val="1000"/>
              <a:buNone/>
              <a:defRPr b="0" i="0" sz="1000">
                <a:solidFill>
                  <a:srgbClr val="0E2D69"/>
                </a:solidFill>
                <a:latin typeface="Arial"/>
                <a:ea typeface="Arial"/>
                <a:cs typeface="Arial"/>
                <a:sym typeface="Arial"/>
              </a:defRPr>
            </a:lvl1pPr>
            <a:lvl2pPr indent="-228600" lvl="1" marL="914400" algn="l">
              <a:lnSpc>
                <a:spcPct val="90000"/>
              </a:lnSpc>
              <a:spcBef>
                <a:spcPts val="500"/>
              </a:spcBef>
              <a:spcAft>
                <a:spcPts val="0"/>
              </a:spcAft>
              <a:buClr>
                <a:srgbClr val="0E2D69"/>
              </a:buClr>
              <a:buSzPts val="1000"/>
              <a:buNone/>
              <a:defRPr b="0" i="0" sz="1000">
                <a:solidFill>
                  <a:srgbClr val="0E2D69"/>
                </a:solidFill>
                <a:latin typeface="Arial"/>
                <a:ea typeface="Arial"/>
                <a:cs typeface="Arial"/>
                <a:sym typeface="Arial"/>
              </a:defRPr>
            </a:lvl2pPr>
            <a:lvl3pPr indent="-228600" lvl="2" marL="1371600" algn="l">
              <a:lnSpc>
                <a:spcPct val="90000"/>
              </a:lnSpc>
              <a:spcBef>
                <a:spcPts val="500"/>
              </a:spcBef>
              <a:spcAft>
                <a:spcPts val="0"/>
              </a:spcAft>
              <a:buClr>
                <a:srgbClr val="0E2D69"/>
              </a:buClr>
              <a:buSzPts val="1000"/>
              <a:buNone/>
              <a:defRPr b="0" i="0" sz="1000">
                <a:solidFill>
                  <a:srgbClr val="0E2D69"/>
                </a:solidFill>
                <a:latin typeface="Arial"/>
                <a:ea typeface="Arial"/>
                <a:cs typeface="Arial"/>
                <a:sym typeface="Arial"/>
              </a:defRPr>
            </a:lvl3pPr>
            <a:lvl4pPr indent="-228600" lvl="3" marL="1828800" algn="l">
              <a:lnSpc>
                <a:spcPct val="90000"/>
              </a:lnSpc>
              <a:spcBef>
                <a:spcPts val="500"/>
              </a:spcBef>
              <a:spcAft>
                <a:spcPts val="0"/>
              </a:spcAft>
              <a:buClr>
                <a:srgbClr val="0E2D69"/>
              </a:buClr>
              <a:buSzPts val="1000"/>
              <a:buNone/>
              <a:defRPr b="0" i="0" sz="1000">
                <a:solidFill>
                  <a:srgbClr val="0E2D69"/>
                </a:solidFill>
                <a:latin typeface="Arial"/>
                <a:ea typeface="Arial"/>
                <a:cs typeface="Arial"/>
                <a:sym typeface="Arial"/>
              </a:defRPr>
            </a:lvl4pPr>
            <a:lvl5pPr indent="-228600" lvl="4" marL="2286000" algn="l">
              <a:lnSpc>
                <a:spcPct val="90000"/>
              </a:lnSpc>
              <a:spcBef>
                <a:spcPts val="500"/>
              </a:spcBef>
              <a:spcAft>
                <a:spcPts val="0"/>
              </a:spcAft>
              <a:buClr>
                <a:srgbClr val="0E2D69"/>
              </a:buClr>
              <a:buSzPts val="1000"/>
              <a:buNone/>
              <a:defRPr b="0" i="0" sz="1000">
                <a:solidFill>
                  <a:srgbClr val="0E2D69"/>
                </a:solidFill>
                <a:latin typeface="Arial"/>
                <a:ea typeface="Arial"/>
                <a:cs typeface="Arial"/>
                <a:sym typeface="Aria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0" name="Google Shape;50;p5"/>
          <p:cNvSpPr txBox="1"/>
          <p:nvPr>
            <p:ph type="title"/>
          </p:nvPr>
        </p:nvSpPr>
        <p:spPr>
          <a:xfrm>
            <a:off x="585897" y="1447790"/>
            <a:ext cx="11057955" cy="777025"/>
          </a:xfrm>
          <a:prstGeom prst="rect">
            <a:avLst/>
          </a:prstGeom>
          <a:noFill/>
          <a:ln>
            <a:noFill/>
          </a:ln>
        </p:spPr>
        <p:txBody>
          <a:bodyPr anchorCtr="0" anchor="t" bIns="0" lIns="0" spcFirstLastPara="1" rIns="0" wrap="square" tIns="0">
            <a:normAutofit/>
          </a:bodyPr>
          <a:lstStyle>
            <a:lvl1pPr lvl="0" algn="l">
              <a:lnSpc>
                <a:spcPct val="100000"/>
              </a:lnSpc>
              <a:spcBef>
                <a:spcPts val="0"/>
              </a:spcBef>
              <a:spcAft>
                <a:spcPts val="0"/>
              </a:spcAft>
              <a:buClr>
                <a:schemeClr val="dk1"/>
              </a:buClr>
              <a:buSzPts val="2400"/>
              <a:buFont typeface="Arial"/>
              <a:buNone/>
              <a:defRPr b="0" i="0" sz="2400">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5"/>
          <p:cNvSpPr txBox="1"/>
          <p:nvPr>
            <p:ph idx="3" type="body"/>
          </p:nvPr>
        </p:nvSpPr>
        <p:spPr>
          <a:xfrm>
            <a:off x="585897" y="2379663"/>
            <a:ext cx="11057971" cy="3745092"/>
          </a:xfrm>
          <a:prstGeom prst="rect">
            <a:avLst/>
          </a:prstGeom>
          <a:noFill/>
          <a:ln>
            <a:noFill/>
          </a:ln>
        </p:spPr>
        <p:txBody>
          <a:bodyPr anchorCtr="0" anchor="t" bIns="45700" lIns="0" spcFirstLastPara="1" rIns="0" wrap="square" tIns="0">
            <a:noAutofit/>
          </a:bodyPr>
          <a:lstStyle>
            <a:lvl1pPr indent="-228600" lvl="0" marL="457200" marR="0" algn="l">
              <a:lnSpc>
                <a:spcPct val="100000"/>
              </a:lnSpc>
              <a:spcBef>
                <a:spcPts val="1200"/>
              </a:spcBef>
              <a:spcAft>
                <a:spcPts val="0"/>
              </a:spcAft>
              <a:buClr>
                <a:srgbClr val="0E2D69"/>
              </a:buClr>
              <a:buSzPts val="1300"/>
              <a:buFont typeface="Arial"/>
              <a:buNone/>
              <a:defRPr b="0" i="0" sz="1300">
                <a:solidFill>
                  <a:srgbClr val="0E2D69"/>
                </a:solidFill>
                <a:latin typeface="Arial"/>
                <a:ea typeface="Arial"/>
                <a:cs typeface="Arial"/>
                <a:sym typeface="Arial"/>
              </a:defRPr>
            </a:lvl1pPr>
            <a:lvl2pPr indent="-228600" lvl="1" marL="914400" algn="l">
              <a:lnSpc>
                <a:spcPct val="100000"/>
              </a:lnSpc>
              <a:spcBef>
                <a:spcPts val="1000"/>
              </a:spcBef>
              <a:spcAft>
                <a:spcPts val="0"/>
              </a:spcAft>
              <a:buClr>
                <a:srgbClr val="0E2D69"/>
              </a:buClr>
              <a:buSzPts val="1300"/>
              <a:buFont typeface="Arial"/>
              <a:buNone/>
              <a:defRPr b="0" i="0" sz="1300">
                <a:solidFill>
                  <a:srgbClr val="0E2D69"/>
                </a:solidFill>
                <a:latin typeface="Arial"/>
                <a:ea typeface="Arial"/>
                <a:cs typeface="Arial"/>
                <a:sym typeface="Arial"/>
              </a:defRPr>
            </a:lvl2pPr>
            <a:lvl3pPr indent="-228600" lvl="2" marL="1371600" algn="l">
              <a:lnSpc>
                <a:spcPct val="100000"/>
              </a:lnSpc>
              <a:spcBef>
                <a:spcPts val="1000"/>
              </a:spcBef>
              <a:spcAft>
                <a:spcPts val="0"/>
              </a:spcAft>
              <a:buClr>
                <a:srgbClr val="0E2D69"/>
              </a:buClr>
              <a:buSzPts val="1300"/>
              <a:buFont typeface="Arial"/>
              <a:buNone/>
              <a:defRPr b="0" i="0" sz="1300">
                <a:solidFill>
                  <a:srgbClr val="0E2D69"/>
                </a:solidFill>
                <a:latin typeface="Arial"/>
                <a:ea typeface="Arial"/>
                <a:cs typeface="Arial"/>
                <a:sym typeface="Arial"/>
              </a:defRPr>
            </a:lvl3pPr>
            <a:lvl4pPr indent="-228600" lvl="3" marL="1828800" algn="l">
              <a:lnSpc>
                <a:spcPct val="100000"/>
              </a:lnSpc>
              <a:spcBef>
                <a:spcPts val="1000"/>
              </a:spcBef>
              <a:spcAft>
                <a:spcPts val="0"/>
              </a:spcAft>
              <a:buClr>
                <a:srgbClr val="0E2D69"/>
              </a:buClr>
              <a:buSzPts val="1300"/>
              <a:buFont typeface="Arial"/>
              <a:buNone/>
              <a:defRPr b="0" i="0" sz="1300">
                <a:solidFill>
                  <a:srgbClr val="0E2D69"/>
                </a:solidFill>
                <a:latin typeface="Arial"/>
                <a:ea typeface="Arial"/>
                <a:cs typeface="Arial"/>
                <a:sym typeface="Arial"/>
              </a:defRPr>
            </a:lvl4pPr>
            <a:lvl5pPr indent="-228600" lvl="4" marL="2286000" algn="l">
              <a:lnSpc>
                <a:spcPct val="100000"/>
              </a:lnSpc>
              <a:spcBef>
                <a:spcPts val="1000"/>
              </a:spcBef>
              <a:spcAft>
                <a:spcPts val="0"/>
              </a:spcAft>
              <a:buClr>
                <a:srgbClr val="0E2D69"/>
              </a:buClr>
              <a:buSzPts val="1300"/>
              <a:buFont typeface="Arial"/>
              <a:buNone/>
              <a:defRPr b="0" i="0" sz="1300">
                <a:solidFill>
                  <a:srgbClr val="0E2D69"/>
                </a:solidFill>
                <a:latin typeface="Arial"/>
                <a:ea typeface="Arial"/>
                <a:cs typeface="Arial"/>
                <a:sym typeface="Aria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2" name="Google Shape;52;p5"/>
          <p:cNvSpPr txBox="1"/>
          <p:nvPr>
            <p:ph idx="4" type="body"/>
          </p:nvPr>
        </p:nvSpPr>
        <p:spPr>
          <a:xfrm>
            <a:off x="6259892" y="548720"/>
            <a:ext cx="2070100" cy="408109"/>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rgbClr val="0E2D69"/>
              </a:buClr>
              <a:buSzPts val="1000"/>
              <a:buNone/>
              <a:defRPr b="0" i="0" sz="1000">
                <a:solidFill>
                  <a:srgbClr val="0E2D69"/>
                </a:solidFill>
                <a:latin typeface="Arial"/>
                <a:ea typeface="Arial"/>
                <a:cs typeface="Arial"/>
                <a:sym typeface="Arial"/>
              </a:defRPr>
            </a:lvl1pPr>
            <a:lvl2pPr indent="-228600" lvl="1" marL="914400" algn="l">
              <a:lnSpc>
                <a:spcPct val="90000"/>
              </a:lnSpc>
              <a:spcBef>
                <a:spcPts val="500"/>
              </a:spcBef>
              <a:spcAft>
                <a:spcPts val="0"/>
              </a:spcAft>
              <a:buClr>
                <a:srgbClr val="0E2D69"/>
              </a:buClr>
              <a:buSzPts val="1000"/>
              <a:buNone/>
              <a:defRPr b="0" i="0" sz="1000">
                <a:solidFill>
                  <a:srgbClr val="0E2D69"/>
                </a:solidFill>
                <a:latin typeface="Arial"/>
                <a:ea typeface="Arial"/>
                <a:cs typeface="Arial"/>
                <a:sym typeface="Arial"/>
              </a:defRPr>
            </a:lvl2pPr>
            <a:lvl3pPr indent="-228600" lvl="2" marL="1371600" algn="l">
              <a:lnSpc>
                <a:spcPct val="90000"/>
              </a:lnSpc>
              <a:spcBef>
                <a:spcPts val="500"/>
              </a:spcBef>
              <a:spcAft>
                <a:spcPts val="0"/>
              </a:spcAft>
              <a:buClr>
                <a:srgbClr val="0E2D69"/>
              </a:buClr>
              <a:buSzPts val="1000"/>
              <a:buNone/>
              <a:defRPr b="0" i="0" sz="1000">
                <a:solidFill>
                  <a:srgbClr val="0E2D69"/>
                </a:solidFill>
                <a:latin typeface="Arial"/>
                <a:ea typeface="Arial"/>
                <a:cs typeface="Arial"/>
                <a:sym typeface="Arial"/>
              </a:defRPr>
            </a:lvl3pPr>
            <a:lvl4pPr indent="-228600" lvl="3" marL="1828800" algn="l">
              <a:lnSpc>
                <a:spcPct val="90000"/>
              </a:lnSpc>
              <a:spcBef>
                <a:spcPts val="500"/>
              </a:spcBef>
              <a:spcAft>
                <a:spcPts val="0"/>
              </a:spcAft>
              <a:buClr>
                <a:srgbClr val="0E2D69"/>
              </a:buClr>
              <a:buSzPts val="1000"/>
              <a:buNone/>
              <a:defRPr b="0" i="0" sz="1000">
                <a:solidFill>
                  <a:srgbClr val="0E2D69"/>
                </a:solidFill>
                <a:latin typeface="Arial"/>
                <a:ea typeface="Arial"/>
                <a:cs typeface="Arial"/>
                <a:sym typeface="Arial"/>
              </a:defRPr>
            </a:lvl4pPr>
            <a:lvl5pPr indent="-228600" lvl="4" marL="2286000" algn="l">
              <a:lnSpc>
                <a:spcPct val="90000"/>
              </a:lnSpc>
              <a:spcBef>
                <a:spcPts val="500"/>
              </a:spcBef>
              <a:spcAft>
                <a:spcPts val="0"/>
              </a:spcAft>
              <a:buClr>
                <a:srgbClr val="0E2D69"/>
              </a:buClr>
              <a:buSzPts val="1000"/>
              <a:buNone/>
              <a:defRPr b="0" i="0" sz="1000">
                <a:solidFill>
                  <a:srgbClr val="0E2D69"/>
                </a:solidFill>
                <a:latin typeface="Arial"/>
                <a:ea typeface="Arial"/>
                <a:cs typeface="Arial"/>
                <a:sym typeface="Aria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Текст_3">
  <p:cSld name="Текст_3">
    <p:bg>
      <p:bgPr>
        <a:blipFill>
          <a:blip r:embed="rId2">
            <a:alphaModFix/>
          </a:blip>
          <a:stretch>
            <a:fillRect/>
          </a:stretch>
        </a:blipFill>
      </p:bgPr>
    </p:bg>
    <p:spTree>
      <p:nvGrpSpPr>
        <p:cNvPr id="53" name="Shape 53"/>
        <p:cNvGrpSpPr/>
        <p:nvPr/>
      </p:nvGrpSpPr>
      <p:grpSpPr>
        <a:xfrm>
          <a:off x="0" y="0"/>
          <a:ext cx="0" cy="0"/>
          <a:chOff x="0" y="0"/>
          <a:chExt cx="0" cy="0"/>
        </a:xfrm>
      </p:grpSpPr>
      <p:pic>
        <p:nvPicPr>
          <p:cNvPr descr="Icon&#10;&#10;Description automatically generated" id="54" name="Google Shape;54;p6"/>
          <p:cNvPicPr preferRelativeResize="0"/>
          <p:nvPr/>
        </p:nvPicPr>
        <p:blipFill rotWithShape="1">
          <a:blip r:embed="rId3">
            <a:alphaModFix/>
          </a:blip>
          <a:srcRect b="0" l="0" r="0" t="0"/>
          <a:stretch/>
        </p:blipFill>
        <p:spPr>
          <a:xfrm>
            <a:off x="517199" y="464363"/>
            <a:ext cx="448276" cy="448276"/>
          </a:xfrm>
          <a:prstGeom prst="rect">
            <a:avLst/>
          </a:prstGeom>
          <a:noFill/>
          <a:ln>
            <a:noFill/>
          </a:ln>
        </p:spPr>
      </p:pic>
      <p:cxnSp>
        <p:nvCxnSpPr>
          <p:cNvPr id="55" name="Google Shape;55;p6"/>
          <p:cNvCxnSpPr/>
          <p:nvPr/>
        </p:nvCxnSpPr>
        <p:spPr>
          <a:xfrm>
            <a:off x="3298686" y="464363"/>
            <a:ext cx="0" cy="586260"/>
          </a:xfrm>
          <a:prstGeom prst="straightConnector1">
            <a:avLst/>
          </a:prstGeom>
          <a:noFill/>
          <a:ln cap="flat" cmpd="sng" w="12700">
            <a:solidFill>
              <a:srgbClr val="102D69"/>
            </a:solidFill>
            <a:prstDash val="solid"/>
            <a:miter lim="800000"/>
            <a:headEnd len="sm" w="sm" type="none"/>
            <a:tailEnd len="sm" w="sm" type="none"/>
          </a:ln>
        </p:spPr>
      </p:cxnSp>
      <p:cxnSp>
        <p:nvCxnSpPr>
          <p:cNvPr id="56" name="Google Shape;56;p6"/>
          <p:cNvCxnSpPr/>
          <p:nvPr/>
        </p:nvCxnSpPr>
        <p:spPr>
          <a:xfrm>
            <a:off x="6099416" y="464363"/>
            <a:ext cx="0" cy="586260"/>
          </a:xfrm>
          <a:prstGeom prst="straightConnector1">
            <a:avLst/>
          </a:prstGeom>
          <a:noFill/>
          <a:ln cap="flat" cmpd="sng" w="12700">
            <a:solidFill>
              <a:srgbClr val="102D69"/>
            </a:solidFill>
            <a:prstDash val="solid"/>
            <a:miter lim="800000"/>
            <a:headEnd len="sm" w="sm" type="none"/>
            <a:tailEnd len="sm" w="sm" type="none"/>
          </a:ln>
        </p:spPr>
      </p:cxnSp>
      <p:cxnSp>
        <p:nvCxnSpPr>
          <p:cNvPr id="57" name="Google Shape;57;p6"/>
          <p:cNvCxnSpPr/>
          <p:nvPr/>
        </p:nvCxnSpPr>
        <p:spPr>
          <a:xfrm>
            <a:off x="10277081" y="464363"/>
            <a:ext cx="0" cy="586260"/>
          </a:xfrm>
          <a:prstGeom prst="straightConnector1">
            <a:avLst/>
          </a:prstGeom>
          <a:noFill/>
          <a:ln cap="flat" cmpd="sng" w="12700">
            <a:solidFill>
              <a:srgbClr val="102D69"/>
            </a:solidFill>
            <a:prstDash val="solid"/>
            <a:miter lim="800000"/>
            <a:headEnd len="sm" w="sm" type="none"/>
            <a:tailEnd len="sm" w="sm" type="none"/>
          </a:ln>
        </p:spPr>
      </p:cxnSp>
      <p:sp>
        <p:nvSpPr>
          <p:cNvPr id="58" name="Google Shape;58;p6"/>
          <p:cNvSpPr txBox="1"/>
          <p:nvPr/>
        </p:nvSpPr>
        <p:spPr>
          <a:xfrm>
            <a:off x="10410201" y="532278"/>
            <a:ext cx="671977" cy="307777"/>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fld id="{00000000-1234-1234-1234-123412341234}" type="slidenum">
              <a:rPr lang="ru-RU" sz="2000">
                <a:solidFill>
                  <a:srgbClr val="102D69"/>
                </a:solidFill>
                <a:latin typeface="Arial"/>
                <a:ea typeface="Arial"/>
                <a:cs typeface="Arial"/>
                <a:sym typeface="Arial"/>
              </a:rPr>
              <a:t>‹#›</a:t>
            </a:fld>
            <a:endParaRPr sz="2000">
              <a:solidFill>
                <a:srgbClr val="102D69"/>
              </a:solidFill>
              <a:latin typeface="Arial"/>
              <a:ea typeface="Arial"/>
              <a:cs typeface="Arial"/>
              <a:sym typeface="Arial"/>
            </a:endParaRPr>
          </a:p>
        </p:txBody>
      </p:sp>
      <p:cxnSp>
        <p:nvCxnSpPr>
          <p:cNvPr id="59" name="Google Shape;59;p6"/>
          <p:cNvCxnSpPr/>
          <p:nvPr/>
        </p:nvCxnSpPr>
        <p:spPr>
          <a:xfrm>
            <a:off x="11643868" y="464363"/>
            <a:ext cx="0" cy="586260"/>
          </a:xfrm>
          <a:prstGeom prst="straightConnector1">
            <a:avLst/>
          </a:prstGeom>
          <a:noFill/>
          <a:ln cap="flat" cmpd="sng" w="12700">
            <a:solidFill>
              <a:srgbClr val="102D69"/>
            </a:solidFill>
            <a:prstDash val="solid"/>
            <a:miter lim="800000"/>
            <a:headEnd len="sm" w="sm" type="none"/>
            <a:tailEnd len="sm" w="sm" type="none"/>
          </a:ln>
        </p:spPr>
      </p:cxnSp>
      <p:sp>
        <p:nvSpPr>
          <p:cNvPr id="60" name="Google Shape;60;p6"/>
          <p:cNvSpPr txBox="1"/>
          <p:nvPr>
            <p:ph idx="1" type="body"/>
          </p:nvPr>
        </p:nvSpPr>
        <p:spPr>
          <a:xfrm>
            <a:off x="1143689" y="540904"/>
            <a:ext cx="1901825" cy="415925"/>
          </a:xfrm>
          <a:prstGeom prst="rect">
            <a:avLst/>
          </a:prstGeom>
          <a:noFill/>
          <a:ln>
            <a:noFill/>
          </a:ln>
        </p:spPr>
        <p:txBody>
          <a:bodyPr anchorCtr="0" anchor="t" bIns="0" lIns="0" spcFirstLastPara="1" rIns="0" wrap="square" tIns="0">
            <a:noAutofit/>
          </a:bodyPr>
          <a:lstStyle>
            <a:lvl1pPr indent="-228600" lvl="0" marL="457200" marR="0" algn="l">
              <a:lnSpc>
                <a:spcPct val="100000"/>
              </a:lnSpc>
              <a:spcBef>
                <a:spcPts val="0"/>
              </a:spcBef>
              <a:spcAft>
                <a:spcPts val="0"/>
              </a:spcAft>
              <a:buClr>
                <a:schemeClr val="dk1"/>
              </a:buClr>
              <a:buSzPts val="1000"/>
              <a:buFont typeface="Arial"/>
              <a:buNone/>
              <a:defRPr b="0" i="0" sz="1000">
                <a:latin typeface="Arial"/>
                <a:ea typeface="Arial"/>
                <a:cs typeface="Arial"/>
                <a:sym typeface="Arial"/>
              </a:defRPr>
            </a:lvl1pPr>
            <a:lvl2pPr indent="-228600" lvl="1" marL="914400" algn="l">
              <a:lnSpc>
                <a:spcPct val="100000"/>
              </a:lnSpc>
              <a:spcBef>
                <a:spcPts val="500"/>
              </a:spcBef>
              <a:spcAft>
                <a:spcPts val="0"/>
              </a:spcAft>
              <a:buClr>
                <a:schemeClr val="dk1"/>
              </a:buClr>
              <a:buSzPts val="1000"/>
              <a:buNone/>
              <a:defRPr b="0" i="0" sz="1000">
                <a:latin typeface="Arial"/>
                <a:ea typeface="Arial"/>
                <a:cs typeface="Arial"/>
                <a:sym typeface="Arial"/>
              </a:defRPr>
            </a:lvl2pPr>
            <a:lvl3pPr indent="-228600" lvl="2" marL="1371600" algn="l">
              <a:lnSpc>
                <a:spcPct val="100000"/>
              </a:lnSpc>
              <a:spcBef>
                <a:spcPts val="500"/>
              </a:spcBef>
              <a:spcAft>
                <a:spcPts val="0"/>
              </a:spcAft>
              <a:buClr>
                <a:schemeClr val="dk1"/>
              </a:buClr>
              <a:buSzPts val="1000"/>
              <a:buNone/>
              <a:defRPr b="0" i="0" sz="1000">
                <a:latin typeface="Arial"/>
                <a:ea typeface="Arial"/>
                <a:cs typeface="Arial"/>
                <a:sym typeface="Arial"/>
              </a:defRPr>
            </a:lvl3pPr>
            <a:lvl4pPr indent="-228600" lvl="3" marL="1828800" algn="l">
              <a:lnSpc>
                <a:spcPct val="100000"/>
              </a:lnSpc>
              <a:spcBef>
                <a:spcPts val="500"/>
              </a:spcBef>
              <a:spcAft>
                <a:spcPts val="0"/>
              </a:spcAft>
              <a:buClr>
                <a:schemeClr val="dk1"/>
              </a:buClr>
              <a:buSzPts val="1000"/>
              <a:buNone/>
              <a:defRPr b="0" i="0" sz="1000">
                <a:latin typeface="Arial"/>
                <a:ea typeface="Arial"/>
                <a:cs typeface="Arial"/>
                <a:sym typeface="Arial"/>
              </a:defRPr>
            </a:lvl4pPr>
            <a:lvl5pPr indent="-228600" lvl="4" marL="2286000" algn="l">
              <a:lnSpc>
                <a:spcPct val="100000"/>
              </a:lnSpc>
              <a:spcBef>
                <a:spcPts val="500"/>
              </a:spcBef>
              <a:spcAft>
                <a:spcPts val="0"/>
              </a:spcAft>
              <a:buClr>
                <a:schemeClr val="dk1"/>
              </a:buClr>
              <a:buSzPts val="1000"/>
              <a:buNone/>
              <a:defRPr b="0" i="0" sz="1000">
                <a:latin typeface="Arial"/>
                <a:ea typeface="Arial"/>
                <a:cs typeface="Arial"/>
                <a:sym typeface="Aria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1" name="Google Shape;61;p6"/>
          <p:cNvSpPr txBox="1"/>
          <p:nvPr>
            <p:ph idx="2" type="body"/>
          </p:nvPr>
        </p:nvSpPr>
        <p:spPr>
          <a:xfrm>
            <a:off x="3459163" y="548720"/>
            <a:ext cx="2070100" cy="408109"/>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rgbClr val="0E2D69"/>
              </a:buClr>
              <a:buSzPts val="1000"/>
              <a:buNone/>
              <a:defRPr b="0" i="0" sz="1000">
                <a:solidFill>
                  <a:srgbClr val="0E2D69"/>
                </a:solidFill>
                <a:latin typeface="Arial"/>
                <a:ea typeface="Arial"/>
                <a:cs typeface="Arial"/>
                <a:sym typeface="Arial"/>
              </a:defRPr>
            </a:lvl1pPr>
            <a:lvl2pPr indent="-228600" lvl="1" marL="914400" algn="l">
              <a:lnSpc>
                <a:spcPct val="90000"/>
              </a:lnSpc>
              <a:spcBef>
                <a:spcPts val="500"/>
              </a:spcBef>
              <a:spcAft>
                <a:spcPts val="0"/>
              </a:spcAft>
              <a:buClr>
                <a:srgbClr val="0E2D69"/>
              </a:buClr>
              <a:buSzPts val="1000"/>
              <a:buNone/>
              <a:defRPr b="0" i="0" sz="1000">
                <a:solidFill>
                  <a:srgbClr val="0E2D69"/>
                </a:solidFill>
                <a:latin typeface="Arial"/>
                <a:ea typeface="Arial"/>
                <a:cs typeface="Arial"/>
                <a:sym typeface="Arial"/>
              </a:defRPr>
            </a:lvl2pPr>
            <a:lvl3pPr indent="-228600" lvl="2" marL="1371600" algn="l">
              <a:lnSpc>
                <a:spcPct val="90000"/>
              </a:lnSpc>
              <a:spcBef>
                <a:spcPts val="500"/>
              </a:spcBef>
              <a:spcAft>
                <a:spcPts val="0"/>
              </a:spcAft>
              <a:buClr>
                <a:srgbClr val="0E2D69"/>
              </a:buClr>
              <a:buSzPts val="1000"/>
              <a:buNone/>
              <a:defRPr b="0" i="0" sz="1000">
                <a:solidFill>
                  <a:srgbClr val="0E2D69"/>
                </a:solidFill>
                <a:latin typeface="Arial"/>
                <a:ea typeface="Arial"/>
                <a:cs typeface="Arial"/>
                <a:sym typeface="Arial"/>
              </a:defRPr>
            </a:lvl3pPr>
            <a:lvl4pPr indent="-228600" lvl="3" marL="1828800" algn="l">
              <a:lnSpc>
                <a:spcPct val="90000"/>
              </a:lnSpc>
              <a:spcBef>
                <a:spcPts val="500"/>
              </a:spcBef>
              <a:spcAft>
                <a:spcPts val="0"/>
              </a:spcAft>
              <a:buClr>
                <a:srgbClr val="0E2D69"/>
              </a:buClr>
              <a:buSzPts val="1000"/>
              <a:buNone/>
              <a:defRPr b="0" i="0" sz="1000">
                <a:solidFill>
                  <a:srgbClr val="0E2D69"/>
                </a:solidFill>
                <a:latin typeface="Arial"/>
                <a:ea typeface="Arial"/>
                <a:cs typeface="Arial"/>
                <a:sym typeface="Arial"/>
              </a:defRPr>
            </a:lvl4pPr>
            <a:lvl5pPr indent="-228600" lvl="4" marL="2286000" algn="l">
              <a:lnSpc>
                <a:spcPct val="90000"/>
              </a:lnSpc>
              <a:spcBef>
                <a:spcPts val="500"/>
              </a:spcBef>
              <a:spcAft>
                <a:spcPts val="0"/>
              </a:spcAft>
              <a:buClr>
                <a:srgbClr val="0E2D69"/>
              </a:buClr>
              <a:buSzPts val="1000"/>
              <a:buNone/>
              <a:defRPr b="0" i="0" sz="1000">
                <a:solidFill>
                  <a:srgbClr val="0E2D69"/>
                </a:solidFill>
                <a:latin typeface="Arial"/>
                <a:ea typeface="Arial"/>
                <a:cs typeface="Arial"/>
                <a:sym typeface="Aria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2" name="Google Shape;62;p6"/>
          <p:cNvSpPr txBox="1"/>
          <p:nvPr>
            <p:ph idx="3" type="body"/>
          </p:nvPr>
        </p:nvSpPr>
        <p:spPr>
          <a:xfrm>
            <a:off x="585898" y="2379663"/>
            <a:ext cx="4322531" cy="2399371"/>
          </a:xfrm>
          <a:prstGeom prst="rect">
            <a:avLst/>
          </a:prstGeom>
          <a:noFill/>
          <a:ln>
            <a:noFill/>
          </a:ln>
        </p:spPr>
        <p:txBody>
          <a:bodyPr anchorCtr="0" anchor="t" bIns="45700" lIns="0" spcFirstLastPara="1" rIns="0" wrap="square" tIns="0">
            <a:normAutofit/>
          </a:bodyPr>
          <a:lstStyle>
            <a:lvl1pPr indent="-228600" lvl="0" marL="457200" marR="0" algn="l">
              <a:lnSpc>
                <a:spcPct val="100000"/>
              </a:lnSpc>
              <a:spcBef>
                <a:spcPts val="1000"/>
              </a:spcBef>
              <a:spcAft>
                <a:spcPts val="0"/>
              </a:spcAft>
              <a:buClr>
                <a:srgbClr val="0E2D69"/>
              </a:buClr>
              <a:buSzPts val="1300"/>
              <a:buFont typeface="Arial"/>
              <a:buNone/>
              <a:defRPr b="0" i="0" sz="1300">
                <a:solidFill>
                  <a:srgbClr val="0E2D69"/>
                </a:solidFill>
                <a:latin typeface="Arial"/>
                <a:ea typeface="Arial"/>
                <a:cs typeface="Arial"/>
                <a:sym typeface="Arial"/>
              </a:defRPr>
            </a:lvl1pPr>
            <a:lvl2pPr indent="-228600" lvl="1" marL="914400" algn="l">
              <a:lnSpc>
                <a:spcPct val="100000"/>
              </a:lnSpc>
              <a:spcBef>
                <a:spcPts val="1000"/>
              </a:spcBef>
              <a:spcAft>
                <a:spcPts val="0"/>
              </a:spcAft>
              <a:buClr>
                <a:srgbClr val="0E2D69"/>
              </a:buClr>
              <a:buSzPts val="1300"/>
              <a:buFont typeface="Arial"/>
              <a:buNone/>
              <a:defRPr b="0" i="0" sz="1300">
                <a:solidFill>
                  <a:srgbClr val="0E2D69"/>
                </a:solidFill>
                <a:latin typeface="Arial"/>
                <a:ea typeface="Arial"/>
                <a:cs typeface="Arial"/>
                <a:sym typeface="Arial"/>
              </a:defRPr>
            </a:lvl2pPr>
            <a:lvl3pPr indent="-228600" lvl="2" marL="1371600" algn="l">
              <a:lnSpc>
                <a:spcPct val="100000"/>
              </a:lnSpc>
              <a:spcBef>
                <a:spcPts val="1000"/>
              </a:spcBef>
              <a:spcAft>
                <a:spcPts val="0"/>
              </a:spcAft>
              <a:buClr>
                <a:srgbClr val="0E2D69"/>
              </a:buClr>
              <a:buSzPts val="1300"/>
              <a:buFont typeface="Arial"/>
              <a:buNone/>
              <a:defRPr b="0" i="0" sz="1300">
                <a:solidFill>
                  <a:srgbClr val="0E2D69"/>
                </a:solidFill>
                <a:latin typeface="Arial"/>
                <a:ea typeface="Arial"/>
                <a:cs typeface="Arial"/>
                <a:sym typeface="Arial"/>
              </a:defRPr>
            </a:lvl3pPr>
            <a:lvl4pPr indent="-228600" lvl="3" marL="1828800" algn="l">
              <a:lnSpc>
                <a:spcPct val="100000"/>
              </a:lnSpc>
              <a:spcBef>
                <a:spcPts val="1000"/>
              </a:spcBef>
              <a:spcAft>
                <a:spcPts val="0"/>
              </a:spcAft>
              <a:buClr>
                <a:srgbClr val="0E2D69"/>
              </a:buClr>
              <a:buSzPts val="1300"/>
              <a:buFont typeface="Arial"/>
              <a:buNone/>
              <a:defRPr b="0" i="0" sz="1300">
                <a:solidFill>
                  <a:srgbClr val="0E2D69"/>
                </a:solidFill>
                <a:latin typeface="Arial"/>
                <a:ea typeface="Arial"/>
                <a:cs typeface="Arial"/>
                <a:sym typeface="Arial"/>
              </a:defRPr>
            </a:lvl4pPr>
            <a:lvl5pPr indent="-228600" lvl="4" marL="2286000" algn="l">
              <a:lnSpc>
                <a:spcPct val="100000"/>
              </a:lnSpc>
              <a:spcBef>
                <a:spcPts val="1000"/>
              </a:spcBef>
              <a:spcAft>
                <a:spcPts val="0"/>
              </a:spcAft>
              <a:buClr>
                <a:srgbClr val="0E2D69"/>
              </a:buClr>
              <a:buSzPts val="1300"/>
              <a:buFont typeface="Arial"/>
              <a:buNone/>
              <a:defRPr b="0" i="0" sz="1300">
                <a:solidFill>
                  <a:srgbClr val="0E2D69"/>
                </a:solidFill>
                <a:latin typeface="Arial"/>
                <a:ea typeface="Arial"/>
                <a:cs typeface="Arial"/>
                <a:sym typeface="Aria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3" name="Google Shape;63;p6"/>
          <p:cNvSpPr txBox="1"/>
          <p:nvPr>
            <p:ph idx="4" type="body"/>
          </p:nvPr>
        </p:nvSpPr>
        <p:spPr>
          <a:xfrm>
            <a:off x="585897" y="5183249"/>
            <a:ext cx="3934345" cy="553998"/>
          </a:xfrm>
          <a:prstGeom prst="rect">
            <a:avLst/>
          </a:prstGeom>
          <a:noFill/>
          <a:ln>
            <a:noFill/>
          </a:ln>
        </p:spPr>
        <p:txBody>
          <a:bodyPr anchorCtr="0" anchor="t" bIns="45700" lIns="0" spcFirstLastPara="1" rIns="0" wrap="square" tIns="0">
            <a:normAutofit/>
          </a:bodyPr>
          <a:lstStyle>
            <a:lvl1pPr indent="-228600" lvl="0" marL="457200" marR="0" algn="l">
              <a:lnSpc>
                <a:spcPct val="100000"/>
              </a:lnSpc>
              <a:spcBef>
                <a:spcPts val="1000"/>
              </a:spcBef>
              <a:spcAft>
                <a:spcPts val="0"/>
              </a:spcAft>
              <a:buClr>
                <a:srgbClr val="0E2D69"/>
              </a:buClr>
              <a:buSzPts val="1000"/>
              <a:buFont typeface="Arial"/>
              <a:buNone/>
              <a:defRPr b="0" i="0" sz="1000">
                <a:solidFill>
                  <a:srgbClr val="0E2D69"/>
                </a:solidFill>
                <a:latin typeface="Arial"/>
                <a:ea typeface="Arial"/>
                <a:cs typeface="Arial"/>
                <a:sym typeface="Arial"/>
              </a:defRPr>
            </a:lvl1pPr>
            <a:lvl2pPr indent="-228600" lvl="1" marL="914400" algn="l">
              <a:lnSpc>
                <a:spcPct val="100000"/>
              </a:lnSpc>
              <a:spcBef>
                <a:spcPts val="1000"/>
              </a:spcBef>
              <a:spcAft>
                <a:spcPts val="0"/>
              </a:spcAft>
              <a:buClr>
                <a:srgbClr val="0E2D69"/>
              </a:buClr>
              <a:buSzPts val="1300"/>
              <a:buFont typeface="Arial"/>
              <a:buNone/>
              <a:defRPr b="0" i="0" sz="1300">
                <a:solidFill>
                  <a:srgbClr val="0E2D69"/>
                </a:solidFill>
                <a:latin typeface="Arial"/>
                <a:ea typeface="Arial"/>
                <a:cs typeface="Arial"/>
                <a:sym typeface="Arial"/>
              </a:defRPr>
            </a:lvl2pPr>
            <a:lvl3pPr indent="-228600" lvl="2" marL="1371600" algn="l">
              <a:lnSpc>
                <a:spcPct val="100000"/>
              </a:lnSpc>
              <a:spcBef>
                <a:spcPts val="1000"/>
              </a:spcBef>
              <a:spcAft>
                <a:spcPts val="0"/>
              </a:spcAft>
              <a:buClr>
                <a:srgbClr val="0E2D69"/>
              </a:buClr>
              <a:buSzPts val="1300"/>
              <a:buFont typeface="Arial"/>
              <a:buNone/>
              <a:defRPr b="0" i="0" sz="1300">
                <a:solidFill>
                  <a:srgbClr val="0E2D69"/>
                </a:solidFill>
                <a:latin typeface="Arial"/>
                <a:ea typeface="Arial"/>
                <a:cs typeface="Arial"/>
                <a:sym typeface="Arial"/>
              </a:defRPr>
            </a:lvl3pPr>
            <a:lvl4pPr indent="-228600" lvl="3" marL="1828800" algn="l">
              <a:lnSpc>
                <a:spcPct val="100000"/>
              </a:lnSpc>
              <a:spcBef>
                <a:spcPts val="1000"/>
              </a:spcBef>
              <a:spcAft>
                <a:spcPts val="0"/>
              </a:spcAft>
              <a:buClr>
                <a:srgbClr val="0E2D69"/>
              </a:buClr>
              <a:buSzPts val="1300"/>
              <a:buFont typeface="Arial"/>
              <a:buNone/>
              <a:defRPr b="0" i="0" sz="1300">
                <a:solidFill>
                  <a:srgbClr val="0E2D69"/>
                </a:solidFill>
                <a:latin typeface="Arial"/>
                <a:ea typeface="Arial"/>
                <a:cs typeface="Arial"/>
                <a:sym typeface="Arial"/>
              </a:defRPr>
            </a:lvl4pPr>
            <a:lvl5pPr indent="-228600" lvl="4" marL="2286000" algn="l">
              <a:lnSpc>
                <a:spcPct val="100000"/>
              </a:lnSpc>
              <a:spcBef>
                <a:spcPts val="1000"/>
              </a:spcBef>
              <a:spcAft>
                <a:spcPts val="0"/>
              </a:spcAft>
              <a:buClr>
                <a:srgbClr val="0E2D69"/>
              </a:buClr>
              <a:buSzPts val="1300"/>
              <a:buFont typeface="Arial"/>
              <a:buNone/>
              <a:defRPr b="0" i="0" sz="1300">
                <a:solidFill>
                  <a:srgbClr val="0E2D69"/>
                </a:solidFill>
                <a:latin typeface="Arial"/>
                <a:ea typeface="Arial"/>
                <a:cs typeface="Arial"/>
                <a:sym typeface="Aria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4" name="Google Shape;64;p6"/>
          <p:cNvSpPr txBox="1"/>
          <p:nvPr>
            <p:ph idx="5" type="body"/>
          </p:nvPr>
        </p:nvSpPr>
        <p:spPr>
          <a:xfrm>
            <a:off x="6259892" y="2379663"/>
            <a:ext cx="5383968" cy="3451794"/>
          </a:xfrm>
          <a:prstGeom prst="rect">
            <a:avLst/>
          </a:prstGeom>
          <a:noFill/>
          <a:ln>
            <a:noFill/>
          </a:ln>
        </p:spPr>
        <p:txBody>
          <a:bodyPr anchorCtr="0" anchor="t" bIns="0" lIns="0" spcFirstLastPara="1" rIns="0" wrap="square" tIns="0">
            <a:normAutofit/>
          </a:bodyPr>
          <a:lstStyle>
            <a:lvl1pPr indent="-228600" lvl="0" marL="457200" marR="0" algn="l">
              <a:lnSpc>
                <a:spcPct val="90000"/>
              </a:lnSpc>
              <a:spcBef>
                <a:spcPts val="1000"/>
              </a:spcBef>
              <a:spcAft>
                <a:spcPts val="0"/>
              </a:spcAft>
              <a:buClr>
                <a:srgbClr val="0E2D69"/>
              </a:buClr>
              <a:buSzPts val="3200"/>
              <a:buFont typeface="Arial"/>
              <a:buNone/>
              <a:defRPr b="0" i="0" sz="3200">
                <a:solidFill>
                  <a:srgbClr val="0E2D69"/>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5" name="Google Shape;65;p6"/>
          <p:cNvSpPr txBox="1"/>
          <p:nvPr>
            <p:ph idx="6" type="body"/>
          </p:nvPr>
        </p:nvSpPr>
        <p:spPr>
          <a:xfrm>
            <a:off x="6259892" y="548720"/>
            <a:ext cx="2070100" cy="408109"/>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rgbClr val="0E2D69"/>
              </a:buClr>
              <a:buSzPts val="1000"/>
              <a:buNone/>
              <a:defRPr b="0" i="0" sz="1000">
                <a:solidFill>
                  <a:srgbClr val="0E2D69"/>
                </a:solidFill>
                <a:latin typeface="Arial"/>
                <a:ea typeface="Arial"/>
                <a:cs typeface="Arial"/>
                <a:sym typeface="Arial"/>
              </a:defRPr>
            </a:lvl1pPr>
            <a:lvl2pPr indent="-228600" lvl="1" marL="914400" algn="l">
              <a:lnSpc>
                <a:spcPct val="90000"/>
              </a:lnSpc>
              <a:spcBef>
                <a:spcPts val="500"/>
              </a:spcBef>
              <a:spcAft>
                <a:spcPts val="0"/>
              </a:spcAft>
              <a:buClr>
                <a:srgbClr val="0E2D69"/>
              </a:buClr>
              <a:buSzPts val="1000"/>
              <a:buNone/>
              <a:defRPr b="0" i="0" sz="1000">
                <a:solidFill>
                  <a:srgbClr val="0E2D69"/>
                </a:solidFill>
                <a:latin typeface="Arial"/>
                <a:ea typeface="Arial"/>
                <a:cs typeface="Arial"/>
                <a:sym typeface="Arial"/>
              </a:defRPr>
            </a:lvl2pPr>
            <a:lvl3pPr indent="-228600" lvl="2" marL="1371600" algn="l">
              <a:lnSpc>
                <a:spcPct val="90000"/>
              </a:lnSpc>
              <a:spcBef>
                <a:spcPts val="500"/>
              </a:spcBef>
              <a:spcAft>
                <a:spcPts val="0"/>
              </a:spcAft>
              <a:buClr>
                <a:srgbClr val="0E2D69"/>
              </a:buClr>
              <a:buSzPts val="1000"/>
              <a:buNone/>
              <a:defRPr b="0" i="0" sz="1000">
                <a:solidFill>
                  <a:srgbClr val="0E2D69"/>
                </a:solidFill>
                <a:latin typeface="Arial"/>
                <a:ea typeface="Arial"/>
                <a:cs typeface="Arial"/>
                <a:sym typeface="Arial"/>
              </a:defRPr>
            </a:lvl3pPr>
            <a:lvl4pPr indent="-228600" lvl="3" marL="1828800" algn="l">
              <a:lnSpc>
                <a:spcPct val="90000"/>
              </a:lnSpc>
              <a:spcBef>
                <a:spcPts val="500"/>
              </a:spcBef>
              <a:spcAft>
                <a:spcPts val="0"/>
              </a:spcAft>
              <a:buClr>
                <a:srgbClr val="0E2D69"/>
              </a:buClr>
              <a:buSzPts val="1000"/>
              <a:buNone/>
              <a:defRPr b="0" i="0" sz="1000">
                <a:solidFill>
                  <a:srgbClr val="0E2D69"/>
                </a:solidFill>
                <a:latin typeface="Arial"/>
                <a:ea typeface="Arial"/>
                <a:cs typeface="Arial"/>
                <a:sym typeface="Arial"/>
              </a:defRPr>
            </a:lvl4pPr>
            <a:lvl5pPr indent="-228600" lvl="4" marL="2286000" algn="l">
              <a:lnSpc>
                <a:spcPct val="90000"/>
              </a:lnSpc>
              <a:spcBef>
                <a:spcPts val="500"/>
              </a:spcBef>
              <a:spcAft>
                <a:spcPts val="0"/>
              </a:spcAft>
              <a:buClr>
                <a:srgbClr val="0E2D69"/>
              </a:buClr>
              <a:buSzPts val="1000"/>
              <a:buNone/>
              <a:defRPr b="0" i="0" sz="1000">
                <a:solidFill>
                  <a:srgbClr val="0E2D69"/>
                </a:solidFill>
                <a:latin typeface="Arial"/>
                <a:ea typeface="Arial"/>
                <a:cs typeface="Arial"/>
                <a:sym typeface="Aria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6" name="Google Shape;66;p6"/>
          <p:cNvSpPr txBox="1"/>
          <p:nvPr>
            <p:ph type="title"/>
          </p:nvPr>
        </p:nvSpPr>
        <p:spPr>
          <a:xfrm>
            <a:off x="585897" y="1447790"/>
            <a:ext cx="11057955" cy="777025"/>
          </a:xfrm>
          <a:prstGeom prst="rect">
            <a:avLst/>
          </a:prstGeom>
          <a:noFill/>
          <a:ln>
            <a:noFill/>
          </a:ln>
        </p:spPr>
        <p:txBody>
          <a:bodyPr anchorCtr="0" anchor="t" bIns="0" lIns="0" spcFirstLastPara="1" rIns="0" wrap="square" tIns="0">
            <a:normAutofit/>
          </a:bodyPr>
          <a:lstStyle>
            <a:lvl1pPr lvl="0" algn="l">
              <a:lnSpc>
                <a:spcPct val="100000"/>
              </a:lnSpc>
              <a:spcBef>
                <a:spcPts val="0"/>
              </a:spcBef>
              <a:spcAft>
                <a:spcPts val="0"/>
              </a:spcAft>
              <a:buClr>
                <a:schemeClr val="dk1"/>
              </a:buClr>
              <a:buSzPts val="2400"/>
              <a:buFont typeface="Arial"/>
              <a:buNone/>
              <a:defRPr b="0" i="0" sz="2400">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График_1">
  <p:cSld name="График_1">
    <p:bg>
      <p:bgPr>
        <a:blipFill>
          <a:blip r:embed="rId2">
            <a:alphaModFix/>
          </a:blip>
          <a:stretch>
            <a:fillRect/>
          </a:stretch>
        </a:blipFill>
      </p:bgPr>
    </p:bg>
    <p:spTree>
      <p:nvGrpSpPr>
        <p:cNvPr id="67" name="Shape 67"/>
        <p:cNvGrpSpPr/>
        <p:nvPr/>
      </p:nvGrpSpPr>
      <p:grpSpPr>
        <a:xfrm>
          <a:off x="0" y="0"/>
          <a:ext cx="0" cy="0"/>
          <a:chOff x="0" y="0"/>
          <a:chExt cx="0" cy="0"/>
        </a:xfrm>
      </p:grpSpPr>
      <p:pic>
        <p:nvPicPr>
          <p:cNvPr descr="Icon&#10;&#10;Description automatically generated" id="68" name="Google Shape;68;p7"/>
          <p:cNvPicPr preferRelativeResize="0"/>
          <p:nvPr/>
        </p:nvPicPr>
        <p:blipFill rotWithShape="1">
          <a:blip r:embed="rId3">
            <a:alphaModFix/>
          </a:blip>
          <a:srcRect b="0" l="0" r="0" t="0"/>
          <a:stretch/>
        </p:blipFill>
        <p:spPr>
          <a:xfrm>
            <a:off x="517199" y="464363"/>
            <a:ext cx="448276" cy="448276"/>
          </a:xfrm>
          <a:prstGeom prst="rect">
            <a:avLst/>
          </a:prstGeom>
          <a:noFill/>
          <a:ln>
            <a:noFill/>
          </a:ln>
        </p:spPr>
      </p:pic>
      <p:cxnSp>
        <p:nvCxnSpPr>
          <p:cNvPr id="69" name="Google Shape;69;p7"/>
          <p:cNvCxnSpPr/>
          <p:nvPr/>
        </p:nvCxnSpPr>
        <p:spPr>
          <a:xfrm>
            <a:off x="3298686" y="464363"/>
            <a:ext cx="0" cy="586260"/>
          </a:xfrm>
          <a:prstGeom prst="straightConnector1">
            <a:avLst/>
          </a:prstGeom>
          <a:noFill/>
          <a:ln cap="flat" cmpd="sng" w="12700">
            <a:solidFill>
              <a:srgbClr val="102D69"/>
            </a:solidFill>
            <a:prstDash val="solid"/>
            <a:miter lim="800000"/>
            <a:headEnd len="sm" w="sm" type="none"/>
            <a:tailEnd len="sm" w="sm" type="none"/>
          </a:ln>
        </p:spPr>
      </p:cxnSp>
      <p:cxnSp>
        <p:nvCxnSpPr>
          <p:cNvPr id="70" name="Google Shape;70;p7"/>
          <p:cNvCxnSpPr/>
          <p:nvPr/>
        </p:nvCxnSpPr>
        <p:spPr>
          <a:xfrm>
            <a:off x="6099416" y="464363"/>
            <a:ext cx="0" cy="586260"/>
          </a:xfrm>
          <a:prstGeom prst="straightConnector1">
            <a:avLst/>
          </a:prstGeom>
          <a:noFill/>
          <a:ln cap="flat" cmpd="sng" w="12700">
            <a:solidFill>
              <a:srgbClr val="102D69"/>
            </a:solidFill>
            <a:prstDash val="solid"/>
            <a:miter lim="800000"/>
            <a:headEnd len="sm" w="sm" type="none"/>
            <a:tailEnd len="sm" w="sm" type="none"/>
          </a:ln>
        </p:spPr>
      </p:cxnSp>
      <p:cxnSp>
        <p:nvCxnSpPr>
          <p:cNvPr id="71" name="Google Shape;71;p7"/>
          <p:cNvCxnSpPr/>
          <p:nvPr/>
        </p:nvCxnSpPr>
        <p:spPr>
          <a:xfrm>
            <a:off x="10277081" y="464363"/>
            <a:ext cx="0" cy="586260"/>
          </a:xfrm>
          <a:prstGeom prst="straightConnector1">
            <a:avLst/>
          </a:prstGeom>
          <a:noFill/>
          <a:ln cap="flat" cmpd="sng" w="12700">
            <a:solidFill>
              <a:srgbClr val="102D69"/>
            </a:solidFill>
            <a:prstDash val="solid"/>
            <a:miter lim="800000"/>
            <a:headEnd len="sm" w="sm" type="none"/>
            <a:tailEnd len="sm" w="sm" type="none"/>
          </a:ln>
        </p:spPr>
      </p:cxnSp>
      <p:sp>
        <p:nvSpPr>
          <p:cNvPr id="72" name="Google Shape;72;p7"/>
          <p:cNvSpPr txBox="1"/>
          <p:nvPr/>
        </p:nvSpPr>
        <p:spPr>
          <a:xfrm>
            <a:off x="10410201" y="532278"/>
            <a:ext cx="671977" cy="307777"/>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fld id="{00000000-1234-1234-1234-123412341234}" type="slidenum">
              <a:rPr lang="ru-RU" sz="2000">
                <a:solidFill>
                  <a:srgbClr val="102D69"/>
                </a:solidFill>
                <a:latin typeface="Arial"/>
                <a:ea typeface="Arial"/>
                <a:cs typeface="Arial"/>
                <a:sym typeface="Arial"/>
              </a:rPr>
              <a:t>‹#›</a:t>
            </a:fld>
            <a:endParaRPr sz="2000">
              <a:solidFill>
                <a:srgbClr val="102D69"/>
              </a:solidFill>
              <a:latin typeface="Arial"/>
              <a:ea typeface="Arial"/>
              <a:cs typeface="Arial"/>
              <a:sym typeface="Arial"/>
            </a:endParaRPr>
          </a:p>
        </p:txBody>
      </p:sp>
      <p:cxnSp>
        <p:nvCxnSpPr>
          <p:cNvPr id="73" name="Google Shape;73;p7"/>
          <p:cNvCxnSpPr/>
          <p:nvPr/>
        </p:nvCxnSpPr>
        <p:spPr>
          <a:xfrm>
            <a:off x="11643868" y="464363"/>
            <a:ext cx="0" cy="586260"/>
          </a:xfrm>
          <a:prstGeom prst="straightConnector1">
            <a:avLst/>
          </a:prstGeom>
          <a:noFill/>
          <a:ln cap="flat" cmpd="sng" w="12700">
            <a:solidFill>
              <a:srgbClr val="102D69"/>
            </a:solidFill>
            <a:prstDash val="solid"/>
            <a:miter lim="800000"/>
            <a:headEnd len="sm" w="sm" type="none"/>
            <a:tailEnd len="sm" w="sm" type="none"/>
          </a:ln>
        </p:spPr>
      </p:cxnSp>
      <p:sp>
        <p:nvSpPr>
          <p:cNvPr id="74" name="Google Shape;74;p7"/>
          <p:cNvSpPr txBox="1"/>
          <p:nvPr>
            <p:ph idx="1" type="body"/>
          </p:nvPr>
        </p:nvSpPr>
        <p:spPr>
          <a:xfrm>
            <a:off x="1143689" y="540904"/>
            <a:ext cx="1901825" cy="415925"/>
          </a:xfrm>
          <a:prstGeom prst="rect">
            <a:avLst/>
          </a:prstGeom>
          <a:noFill/>
          <a:ln>
            <a:noFill/>
          </a:ln>
        </p:spPr>
        <p:txBody>
          <a:bodyPr anchorCtr="0" anchor="t" bIns="0" lIns="0" spcFirstLastPara="1" rIns="0" wrap="square" tIns="0">
            <a:noAutofit/>
          </a:bodyPr>
          <a:lstStyle>
            <a:lvl1pPr indent="-228600" lvl="0" marL="457200" marR="0" algn="l">
              <a:lnSpc>
                <a:spcPct val="100000"/>
              </a:lnSpc>
              <a:spcBef>
                <a:spcPts val="0"/>
              </a:spcBef>
              <a:spcAft>
                <a:spcPts val="0"/>
              </a:spcAft>
              <a:buClr>
                <a:schemeClr val="dk1"/>
              </a:buClr>
              <a:buSzPts val="1000"/>
              <a:buFont typeface="Arial"/>
              <a:buNone/>
              <a:defRPr b="0" i="0" sz="1000">
                <a:latin typeface="Arial"/>
                <a:ea typeface="Arial"/>
                <a:cs typeface="Arial"/>
                <a:sym typeface="Arial"/>
              </a:defRPr>
            </a:lvl1pPr>
            <a:lvl2pPr indent="-228600" lvl="1" marL="914400" algn="l">
              <a:lnSpc>
                <a:spcPct val="100000"/>
              </a:lnSpc>
              <a:spcBef>
                <a:spcPts val="500"/>
              </a:spcBef>
              <a:spcAft>
                <a:spcPts val="0"/>
              </a:spcAft>
              <a:buClr>
                <a:schemeClr val="dk1"/>
              </a:buClr>
              <a:buSzPts val="1000"/>
              <a:buNone/>
              <a:defRPr b="0" i="0" sz="1000">
                <a:latin typeface="Arial"/>
                <a:ea typeface="Arial"/>
                <a:cs typeface="Arial"/>
                <a:sym typeface="Arial"/>
              </a:defRPr>
            </a:lvl2pPr>
            <a:lvl3pPr indent="-228600" lvl="2" marL="1371600" algn="l">
              <a:lnSpc>
                <a:spcPct val="100000"/>
              </a:lnSpc>
              <a:spcBef>
                <a:spcPts val="500"/>
              </a:spcBef>
              <a:spcAft>
                <a:spcPts val="0"/>
              </a:spcAft>
              <a:buClr>
                <a:schemeClr val="dk1"/>
              </a:buClr>
              <a:buSzPts val="1000"/>
              <a:buNone/>
              <a:defRPr b="0" i="0" sz="1000">
                <a:latin typeface="Arial"/>
                <a:ea typeface="Arial"/>
                <a:cs typeface="Arial"/>
                <a:sym typeface="Arial"/>
              </a:defRPr>
            </a:lvl3pPr>
            <a:lvl4pPr indent="-228600" lvl="3" marL="1828800" algn="l">
              <a:lnSpc>
                <a:spcPct val="100000"/>
              </a:lnSpc>
              <a:spcBef>
                <a:spcPts val="500"/>
              </a:spcBef>
              <a:spcAft>
                <a:spcPts val="0"/>
              </a:spcAft>
              <a:buClr>
                <a:schemeClr val="dk1"/>
              </a:buClr>
              <a:buSzPts val="1000"/>
              <a:buNone/>
              <a:defRPr b="0" i="0" sz="1000">
                <a:latin typeface="Arial"/>
                <a:ea typeface="Arial"/>
                <a:cs typeface="Arial"/>
                <a:sym typeface="Arial"/>
              </a:defRPr>
            </a:lvl4pPr>
            <a:lvl5pPr indent="-228600" lvl="4" marL="2286000" algn="l">
              <a:lnSpc>
                <a:spcPct val="100000"/>
              </a:lnSpc>
              <a:spcBef>
                <a:spcPts val="500"/>
              </a:spcBef>
              <a:spcAft>
                <a:spcPts val="0"/>
              </a:spcAft>
              <a:buClr>
                <a:schemeClr val="dk1"/>
              </a:buClr>
              <a:buSzPts val="1000"/>
              <a:buNone/>
              <a:defRPr b="0" i="0" sz="1000">
                <a:latin typeface="Arial"/>
                <a:ea typeface="Arial"/>
                <a:cs typeface="Arial"/>
                <a:sym typeface="Aria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5" name="Google Shape;75;p7"/>
          <p:cNvSpPr txBox="1"/>
          <p:nvPr>
            <p:ph idx="2" type="body"/>
          </p:nvPr>
        </p:nvSpPr>
        <p:spPr>
          <a:xfrm>
            <a:off x="3459163" y="548720"/>
            <a:ext cx="2070100" cy="408109"/>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rgbClr val="0E2D69"/>
              </a:buClr>
              <a:buSzPts val="1000"/>
              <a:buNone/>
              <a:defRPr b="0" i="0" sz="1000">
                <a:solidFill>
                  <a:srgbClr val="0E2D69"/>
                </a:solidFill>
                <a:latin typeface="Arial"/>
                <a:ea typeface="Arial"/>
                <a:cs typeface="Arial"/>
                <a:sym typeface="Arial"/>
              </a:defRPr>
            </a:lvl1pPr>
            <a:lvl2pPr indent="-228600" lvl="1" marL="914400" algn="l">
              <a:lnSpc>
                <a:spcPct val="90000"/>
              </a:lnSpc>
              <a:spcBef>
                <a:spcPts val="500"/>
              </a:spcBef>
              <a:spcAft>
                <a:spcPts val="0"/>
              </a:spcAft>
              <a:buClr>
                <a:srgbClr val="0E2D69"/>
              </a:buClr>
              <a:buSzPts val="1000"/>
              <a:buNone/>
              <a:defRPr b="0" i="0" sz="1000">
                <a:solidFill>
                  <a:srgbClr val="0E2D69"/>
                </a:solidFill>
                <a:latin typeface="Arial"/>
                <a:ea typeface="Arial"/>
                <a:cs typeface="Arial"/>
                <a:sym typeface="Arial"/>
              </a:defRPr>
            </a:lvl2pPr>
            <a:lvl3pPr indent="-228600" lvl="2" marL="1371600" algn="l">
              <a:lnSpc>
                <a:spcPct val="90000"/>
              </a:lnSpc>
              <a:spcBef>
                <a:spcPts val="500"/>
              </a:spcBef>
              <a:spcAft>
                <a:spcPts val="0"/>
              </a:spcAft>
              <a:buClr>
                <a:srgbClr val="0E2D69"/>
              </a:buClr>
              <a:buSzPts val="1000"/>
              <a:buNone/>
              <a:defRPr b="0" i="0" sz="1000">
                <a:solidFill>
                  <a:srgbClr val="0E2D69"/>
                </a:solidFill>
                <a:latin typeface="Arial"/>
                <a:ea typeface="Arial"/>
                <a:cs typeface="Arial"/>
                <a:sym typeface="Arial"/>
              </a:defRPr>
            </a:lvl3pPr>
            <a:lvl4pPr indent="-228600" lvl="3" marL="1828800" algn="l">
              <a:lnSpc>
                <a:spcPct val="90000"/>
              </a:lnSpc>
              <a:spcBef>
                <a:spcPts val="500"/>
              </a:spcBef>
              <a:spcAft>
                <a:spcPts val="0"/>
              </a:spcAft>
              <a:buClr>
                <a:srgbClr val="0E2D69"/>
              </a:buClr>
              <a:buSzPts val="1000"/>
              <a:buNone/>
              <a:defRPr b="0" i="0" sz="1000">
                <a:solidFill>
                  <a:srgbClr val="0E2D69"/>
                </a:solidFill>
                <a:latin typeface="Arial"/>
                <a:ea typeface="Arial"/>
                <a:cs typeface="Arial"/>
                <a:sym typeface="Arial"/>
              </a:defRPr>
            </a:lvl4pPr>
            <a:lvl5pPr indent="-228600" lvl="4" marL="2286000" algn="l">
              <a:lnSpc>
                <a:spcPct val="90000"/>
              </a:lnSpc>
              <a:spcBef>
                <a:spcPts val="500"/>
              </a:spcBef>
              <a:spcAft>
                <a:spcPts val="0"/>
              </a:spcAft>
              <a:buClr>
                <a:srgbClr val="0E2D69"/>
              </a:buClr>
              <a:buSzPts val="1000"/>
              <a:buNone/>
              <a:defRPr b="0" i="0" sz="1000">
                <a:solidFill>
                  <a:srgbClr val="0E2D69"/>
                </a:solidFill>
                <a:latin typeface="Arial"/>
                <a:ea typeface="Arial"/>
                <a:cs typeface="Arial"/>
                <a:sym typeface="Aria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6" name="Google Shape;76;p7"/>
          <p:cNvSpPr txBox="1"/>
          <p:nvPr>
            <p:ph idx="3" type="body"/>
          </p:nvPr>
        </p:nvSpPr>
        <p:spPr>
          <a:xfrm>
            <a:off x="6259892" y="548720"/>
            <a:ext cx="2070100" cy="408109"/>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rgbClr val="0E2D69"/>
              </a:buClr>
              <a:buSzPts val="1000"/>
              <a:buNone/>
              <a:defRPr b="0" i="0" sz="1000">
                <a:solidFill>
                  <a:srgbClr val="0E2D69"/>
                </a:solidFill>
                <a:latin typeface="Arial"/>
                <a:ea typeface="Arial"/>
                <a:cs typeface="Arial"/>
                <a:sym typeface="Arial"/>
              </a:defRPr>
            </a:lvl1pPr>
            <a:lvl2pPr indent="-228600" lvl="1" marL="914400" algn="l">
              <a:lnSpc>
                <a:spcPct val="90000"/>
              </a:lnSpc>
              <a:spcBef>
                <a:spcPts val="500"/>
              </a:spcBef>
              <a:spcAft>
                <a:spcPts val="0"/>
              </a:spcAft>
              <a:buClr>
                <a:srgbClr val="0E2D69"/>
              </a:buClr>
              <a:buSzPts val="1000"/>
              <a:buNone/>
              <a:defRPr b="0" i="0" sz="1000">
                <a:solidFill>
                  <a:srgbClr val="0E2D69"/>
                </a:solidFill>
                <a:latin typeface="Arial"/>
                <a:ea typeface="Arial"/>
                <a:cs typeface="Arial"/>
                <a:sym typeface="Arial"/>
              </a:defRPr>
            </a:lvl2pPr>
            <a:lvl3pPr indent="-228600" lvl="2" marL="1371600" algn="l">
              <a:lnSpc>
                <a:spcPct val="90000"/>
              </a:lnSpc>
              <a:spcBef>
                <a:spcPts val="500"/>
              </a:spcBef>
              <a:spcAft>
                <a:spcPts val="0"/>
              </a:spcAft>
              <a:buClr>
                <a:srgbClr val="0E2D69"/>
              </a:buClr>
              <a:buSzPts val="1000"/>
              <a:buNone/>
              <a:defRPr b="0" i="0" sz="1000">
                <a:solidFill>
                  <a:srgbClr val="0E2D69"/>
                </a:solidFill>
                <a:latin typeface="Arial"/>
                <a:ea typeface="Arial"/>
                <a:cs typeface="Arial"/>
                <a:sym typeface="Arial"/>
              </a:defRPr>
            </a:lvl3pPr>
            <a:lvl4pPr indent="-228600" lvl="3" marL="1828800" algn="l">
              <a:lnSpc>
                <a:spcPct val="90000"/>
              </a:lnSpc>
              <a:spcBef>
                <a:spcPts val="500"/>
              </a:spcBef>
              <a:spcAft>
                <a:spcPts val="0"/>
              </a:spcAft>
              <a:buClr>
                <a:srgbClr val="0E2D69"/>
              </a:buClr>
              <a:buSzPts val="1000"/>
              <a:buNone/>
              <a:defRPr b="0" i="0" sz="1000">
                <a:solidFill>
                  <a:srgbClr val="0E2D69"/>
                </a:solidFill>
                <a:latin typeface="Arial"/>
                <a:ea typeface="Arial"/>
                <a:cs typeface="Arial"/>
                <a:sym typeface="Arial"/>
              </a:defRPr>
            </a:lvl4pPr>
            <a:lvl5pPr indent="-228600" lvl="4" marL="2286000" algn="l">
              <a:lnSpc>
                <a:spcPct val="90000"/>
              </a:lnSpc>
              <a:spcBef>
                <a:spcPts val="500"/>
              </a:spcBef>
              <a:spcAft>
                <a:spcPts val="0"/>
              </a:spcAft>
              <a:buClr>
                <a:srgbClr val="0E2D69"/>
              </a:buClr>
              <a:buSzPts val="1000"/>
              <a:buNone/>
              <a:defRPr b="0" i="0" sz="1000">
                <a:solidFill>
                  <a:srgbClr val="0E2D69"/>
                </a:solidFill>
                <a:latin typeface="Arial"/>
                <a:ea typeface="Arial"/>
                <a:cs typeface="Arial"/>
                <a:sym typeface="Aria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7" name="Google Shape;77;p7"/>
          <p:cNvSpPr txBox="1"/>
          <p:nvPr>
            <p:ph type="title"/>
          </p:nvPr>
        </p:nvSpPr>
        <p:spPr>
          <a:xfrm>
            <a:off x="585899" y="1447790"/>
            <a:ext cx="4322530" cy="777025"/>
          </a:xfrm>
          <a:prstGeom prst="rect">
            <a:avLst/>
          </a:prstGeom>
          <a:noFill/>
          <a:ln>
            <a:noFill/>
          </a:ln>
        </p:spPr>
        <p:txBody>
          <a:bodyPr anchorCtr="0" anchor="t" bIns="0" lIns="0" spcFirstLastPara="1" rIns="0" wrap="square" tIns="0">
            <a:normAutofit/>
          </a:bodyPr>
          <a:lstStyle>
            <a:lvl1pPr lvl="0" algn="l">
              <a:lnSpc>
                <a:spcPct val="100000"/>
              </a:lnSpc>
              <a:spcBef>
                <a:spcPts val="0"/>
              </a:spcBef>
              <a:spcAft>
                <a:spcPts val="0"/>
              </a:spcAft>
              <a:buClr>
                <a:schemeClr val="dk1"/>
              </a:buClr>
              <a:buSzPts val="2400"/>
              <a:buFont typeface="Arial"/>
              <a:buNone/>
              <a:defRPr b="0" i="0" sz="2400">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8" name="Google Shape;78;p7"/>
          <p:cNvSpPr txBox="1"/>
          <p:nvPr>
            <p:ph idx="4" type="body"/>
          </p:nvPr>
        </p:nvSpPr>
        <p:spPr>
          <a:xfrm>
            <a:off x="585898" y="2379663"/>
            <a:ext cx="4322531" cy="2399371"/>
          </a:xfrm>
          <a:prstGeom prst="rect">
            <a:avLst/>
          </a:prstGeom>
          <a:noFill/>
          <a:ln>
            <a:noFill/>
          </a:ln>
        </p:spPr>
        <p:txBody>
          <a:bodyPr anchorCtr="0" anchor="t" bIns="45700" lIns="0" spcFirstLastPara="1" rIns="0" wrap="square" tIns="0">
            <a:normAutofit/>
          </a:bodyPr>
          <a:lstStyle>
            <a:lvl1pPr indent="-228600" lvl="0" marL="457200" marR="0" algn="l">
              <a:lnSpc>
                <a:spcPct val="100000"/>
              </a:lnSpc>
              <a:spcBef>
                <a:spcPts val="1000"/>
              </a:spcBef>
              <a:spcAft>
                <a:spcPts val="0"/>
              </a:spcAft>
              <a:buClr>
                <a:srgbClr val="0E2D69"/>
              </a:buClr>
              <a:buSzPts val="1300"/>
              <a:buFont typeface="Arial"/>
              <a:buNone/>
              <a:defRPr b="0" i="0" sz="1300">
                <a:solidFill>
                  <a:srgbClr val="0E2D69"/>
                </a:solidFill>
                <a:latin typeface="Arial"/>
                <a:ea typeface="Arial"/>
                <a:cs typeface="Arial"/>
                <a:sym typeface="Arial"/>
              </a:defRPr>
            </a:lvl1pPr>
            <a:lvl2pPr indent="-228600" lvl="1" marL="914400" algn="l">
              <a:lnSpc>
                <a:spcPct val="100000"/>
              </a:lnSpc>
              <a:spcBef>
                <a:spcPts val="1000"/>
              </a:spcBef>
              <a:spcAft>
                <a:spcPts val="0"/>
              </a:spcAft>
              <a:buClr>
                <a:srgbClr val="0E2D69"/>
              </a:buClr>
              <a:buSzPts val="1300"/>
              <a:buFont typeface="Arial"/>
              <a:buNone/>
              <a:defRPr b="0" i="0" sz="1300">
                <a:solidFill>
                  <a:srgbClr val="0E2D69"/>
                </a:solidFill>
                <a:latin typeface="Arial"/>
                <a:ea typeface="Arial"/>
                <a:cs typeface="Arial"/>
                <a:sym typeface="Arial"/>
              </a:defRPr>
            </a:lvl2pPr>
            <a:lvl3pPr indent="-228600" lvl="2" marL="1371600" algn="l">
              <a:lnSpc>
                <a:spcPct val="100000"/>
              </a:lnSpc>
              <a:spcBef>
                <a:spcPts val="1000"/>
              </a:spcBef>
              <a:spcAft>
                <a:spcPts val="0"/>
              </a:spcAft>
              <a:buClr>
                <a:srgbClr val="0E2D69"/>
              </a:buClr>
              <a:buSzPts val="1300"/>
              <a:buFont typeface="Arial"/>
              <a:buNone/>
              <a:defRPr b="0" i="0" sz="1300">
                <a:solidFill>
                  <a:srgbClr val="0E2D69"/>
                </a:solidFill>
                <a:latin typeface="Arial"/>
                <a:ea typeface="Arial"/>
                <a:cs typeface="Arial"/>
                <a:sym typeface="Arial"/>
              </a:defRPr>
            </a:lvl3pPr>
            <a:lvl4pPr indent="-228600" lvl="3" marL="1828800" algn="l">
              <a:lnSpc>
                <a:spcPct val="100000"/>
              </a:lnSpc>
              <a:spcBef>
                <a:spcPts val="1000"/>
              </a:spcBef>
              <a:spcAft>
                <a:spcPts val="0"/>
              </a:spcAft>
              <a:buClr>
                <a:srgbClr val="0E2D69"/>
              </a:buClr>
              <a:buSzPts val="1300"/>
              <a:buFont typeface="Arial"/>
              <a:buNone/>
              <a:defRPr b="0" i="0" sz="1300">
                <a:solidFill>
                  <a:srgbClr val="0E2D69"/>
                </a:solidFill>
                <a:latin typeface="Arial"/>
                <a:ea typeface="Arial"/>
                <a:cs typeface="Arial"/>
                <a:sym typeface="Arial"/>
              </a:defRPr>
            </a:lvl4pPr>
            <a:lvl5pPr indent="-228600" lvl="4" marL="2286000" algn="l">
              <a:lnSpc>
                <a:spcPct val="100000"/>
              </a:lnSpc>
              <a:spcBef>
                <a:spcPts val="1000"/>
              </a:spcBef>
              <a:spcAft>
                <a:spcPts val="0"/>
              </a:spcAft>
              <a:buClr>
                <a:srgbClr val="0E2D69"/>
              </a:buClr>
              <a:buSzPts val="1300"/>
              <a:buFont typeface="Arial"/>
              <a:buNone/>
              <a:defRPr b="0" i="0" sz="1300">
                <a:solidFill>
                  <a:srgbClr val="0E2D69"/>
                </a:solidFill>
                <a:latin typeface="Arial"/>
                <a:ea typeface="Arial"/>
                <a:cs typeface="Arial"/>
                <a:sym typeface="Aria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9" name="Google Shape;79;p7"/>
          <p:cNvSpPr txBox="1"/>
          <p:nvPr>
            <p:ph idx="5" type="body"/>
          </p:nvPr>
        </p:nvSpPr>
        <p:spPr>
          <a:xfrm>
            <a:off x="585897" y="5183249"/>
            <a:ext cx="3934345" cy="553998"/>
          </a:xfrm>
          <a:prstGeom prst="rect">
            <a:avLst/>
          </a:prstGeom>
          <a:noFill/>
          <a:ln>
            <a:noFill/>
          </a:ln>
        </p:spPr>
        <p:txBody>
          <a:bodyPr anchorCtr="0" anchor="t" bIns="45700" lIns="0" spcFirstLastPara="1" rIns="0" wrap="square" tIns="0">
            <a:normAutofit/>
          </a:bodyPr>
          <a:lstStyle>
            <a:lvl1pPr indent="-228600" lvl="0" marL="457200" marR="0" algn="l">
              <a:lnSpc>
                <a:spcPct val="100000"/>
              </a:lnSpc>
              <a:spcBef>
                <a:spcPts val="1000"/>
              </a:spcBef>
              <a:spcAft>
                <a:spcPts val="0"/>
              </a:spcAft>
              <a:buClr>
                <a:srgbClr val="0E2D69"/>
              </a:buClr>
              <a:buSzPts val="1000"/>
              <a:buFont typeface="Arial"/>
              <a:buNone/>
              <a:defRPr b="0" i="0" sz="1000">
                <a:solidFill>
                  <a:srgbClr val="0E2D69"/>
                </a:solidFill>
                <a:latin typeface="Arial"/>
                <a:ea typeface="Arial"/>
                <a:cs typeface="Arial"/>
                <a:sym typeface="Arial"/>
              </a:defRPr>
            </a:lvl1pPr>
            <a:lvl2pPr indent="-228600" lvl="1" marL="914400" algn="l">
              <a:lnSpc>
                <a:spcPct val="100000"/>
              </a:lnSpc>
              <a:spcBef>
                <a:spcPts val="1000"/>
              </a:spcBef>
              <a:spcAft>
                <a:spcPts val="0"/>
              </a:spcAft>
              <a:buClr>
                <a:srgbClr val="0E2D69"/>
              </a:buClr>
              <a:buSzPts val="1300"/>
              <a:buFont typeface="Arial"/>
              <a:buNone/>
              <a:defRPr b="0" i="0" sz="1300">
                <a:solidFill>
                  <a:srgbClr val="0E2D69"/>
                </a:solidFill>
                <a:latin typeface="Arial"/>
                <a:ea typeface="Arial"/>
                <a:cs typeface="Arial"/>
                <a:sym typeface="Arial"/>
              </a:defRPr>
            </a:lvl2pPr>
            <a:lvl3pPr indent="-228600" lvl="2" marL="1371600" algn="l">
              <a:lnSpc>
                <a:spcPct val="100000"/>
              </a:lnSpc>
              <a:spcBef>
                <a:spcPts val="1000"/>
              </a:spcBef>
              <a:spcAft>
                <a:spcPts val="0"/>
              </a:spcAft>
              <a:buClr>
                <a:srgbClr val="0E2D69"/>
              </a:buClr>
              <a:buSzPts val="1300"/>
              <a:buFont typeface="Arial"/>
              <a:buNone/>
              <a:defRPr b="0" i="0" sz="1300">
                <a:solidFill>
                  <a:srgbClr val="0E2D69"/>
                </a:solidFill>
                <a:latin typeface="Arial"/>
                <a:ea typeface="Arial"/>
                <a:cs typeface="Arial"/>
                <a:sym typeface="Arial"/>
              </a:defRPr>
            </a:lvl3pPr>
            <a:lvl4pPr indent="-228600" lvl="3" marL="1828800" algn="l">
              <a:lnSpc>
                <a:spcPct val="100000"/>
              </a:lnSpc>
              <a:spcBef>
                <a:spcPts val="1000"/>
              </a:spcBef>
              <a:spcAft>
                <a:spcPts val="0"/>
              </a:spcAft>
              <a:buClr>
                <a:srgbClr val="0E2D69"/>
              </a:buClr>
              <a:buSzPts val="1300"/>
              <a:buFont typeface="Arial"/>
              <a:buNone/>
              <a:defRPr b="0" i="0" sz="1300">
                <a:solidFill>
                  <a:srgbClr val="0E2D69"/>
                </a:solidFill>
                <a:latin typeface="Arial"/>
                <a:ea typeface="Arial"/>
                <a:cs typeface="Arial"/>
                <a:sym typeface="Arial"/>
              </a:defRPr>
            </a:lvl4pPr>
            <a:lvl5pPr indent="-228600" lvl="4" marL="2286000" algn="l">
              <a:lnSpc>
                <a:spcPct val="100000"/>
              </a:lnSpc>
              <a:spcBef>
                <a:spcPts val="1000"/>
              </a:spcBef>
              <a:spcAft>
                <a:spcPts val="0"/>
              </a:spcAft>
              <a:buClr>
                <a:srgbClr val="0E2D69"/>
              </a:buClr>
              <a:buSzPts val="1300"/>
              <a:buFont typeface="Arial"/>
              <a:buNone/>
              <a:defRPr b="0" i="0" sz="1300">
                <a:solidFill>
                  <a:srgbClr val="0E2D69"/>
                </a:solidFill>
                <a:latin typeface="Arial"/>
                <a:ea typeface="Arial"/>
                <a:cs typeface="Arial"/>
                <a:sym typeface="Aria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0" name="Google Shape;80;p7"/>
          <p:cNvSpPr/>
          <p:nvPr>
            <p:ph idx="6" type="chart"/>
          </p:nvPr>
        </p:nvSpPr>
        <p:spPr>
          <a:xfrm>
            <a:off x="5272097" y="1447790"/>
            <a:ext cx="6371768" cy="4289457"/>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lvl="1"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lvl="2"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lvl="3"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lvl="4"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lvl="5"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lvl="6"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lvl="7"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lvl="8"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График_2">
  <p:cSld name="График_2">
    <p:bg>
      <p:bgPr>
        <a:blipFill>
          <a:blip r:embed="rId2">
            <a:alphaModFix/>
          </a:blip>
          <a:stretch>
            <a:fillRect/>
          </a:stretch>
        </a:blipFill>
      </p:bgPr>
    </p:bg>
    <p:spTree>
      <p:nvGrpSpPr>
        <p:cNvPr id="81" name="Shape 81"/>
        <p:cNvGrpSpPr/>
        <p:nvPr/>
      </p:nvGrpSpPr>
      <p:grpSpPr>
        <a:xfrm>
          <a:off x="0" y="0"/>
          <a:ext cx="0" cy="0"/>
          <a:chOff x="0" y="0"/>
          <a:chExt cx="0" cy="0"/>
        </a:xfrm>
      </p:grpSpPr>
      <p:pic>
        <p:nvPicPr>
          <p:cNvPr descr="Icon&#10;&#10;Description automatically generated" id="82" name="Google Shape;82;p8"/>
          <p:cNvPicPr preferRelativeResize="0"/>
          <p:nvPr/>
        </p:nvPicPr>
        <p:blipFill rotWithShape="1">
          <a:blip r:embed="rId3">
            <a:alphaModFix/>
          </a:blip>
          <a:srcRect b="0" l="0" r="0" t="0"/>
          <a:stretch/>
        </p:blipFill>
        <p:spPr>
          <a:xfrm>
            <a:off x="517199" y="464363"/>
            <a:ext cx="448276" cy="448276"/>
          </a:xfrm>
          <a:prstGeom prst="rect">
            <a:avLst/>
          </a:prstGeom>
          <a:noFill/>
          <a:ln>
            <a:noFill/>
          </a:ln>
        </p:spPr>
      </p:pic>
      <p:cxnSp>
        <p:nvCxnSpPr>
          <p:cNvPr id="83" name="Google Shape;83;p8"/>
          <p:cNvCxnSpPr/>
          <p:nvPr/>
        </p:nvCxnSpPr>
        <p:spPr>
          <a:xfrm>
            <a:off x="3298686" y="464363"/>
            <a:ext cx="0" cy="586260"/>
          </a:xfrm>
          <a:prstGeom prst="straightConnector1">
            <a:avLst/>
          </a:prstGeom>
          <a:noFill/>
          <a:ln cap="flat" cmpd="sng" w="12700">
            <a:solidFill>
              <a:srgbClr val="102D69"/>
            </a:solidFill>
            <a:prstDash val="solid"/>
            <a:miter lim="800000"/>
            <a:headEnd len="sm" w="sm" type="none"/>
            <a:tailEnd len="sm" w="sm" type="none"/>
          </a:ln>
        </p:spPr>
      </p:cxnSp>
      <p:cxnSp>
        <p:nvCxnSpPr>
          <p:cNvPr id="84" name="Google Shape;84;p8"/>
          <p:cNvCxnSpPr/>
          <p:nvPr/>
        </p:nvCxnSpPr>
        <p:spPr>
          <a:xfrm>
            <a:off x="6099416" y="464363"/>
            <a:ext cx="0" cy="586260"/>
          </a:xfrm>
          <a:prstGeom prst="straightConnector1">
            <a:avLst/>
          </a:prstGeom>
          <a:noFill/>
          <a:ln cap="flat" cmpd="sng" w="12700">
            <a:solidFill>
              <a:srgbClr val="102D69"/>
            </a:solidFill>
            <a:prstDash val="solid"/>
            <a:miter lim="800000"/>
            <a:headEnd len="sm" w="sm" type="none"/>
            <a:tailEnd len="sm" w="sm" type="none"/>
          </a:ln>
        </p:spPr>
      </p:cxnSp>
      <p:cxnSp>
        <p:nvCxnSpPr>
          <p:cNvPr id="85" name="Google Shape;85;p8"/>
          <p:cNvCxnSpPr/>
          <p:nvPr/>
        </p:nvCxnSpPr>
        <p:spPr>
          <a:xfrm>
            <a:off x="10277081" y="464363"/>
            <a:ext cx="0" cy="586260"/>
          </a:xfrm>
          <a:prstGeom prst="straightConnector1">
            <a:avLst/>
          </a:prstGeom>
          <a:noFill/>
          <a:ln cap="flat" cmpd="sng" w="12700">
            <a:solidFill>
              <a:srgbClr val="102D69"/>
            </a:solidFill>
            <a:prstDash val="solid"/>
            <a:miter lim="800000"/>
            <a:headEnd len="sm" w="sm" type="none"/>
            <a:tailEnd len="sm" w="sm" type="none"/>
          </a:ln>
        </p:spPr>
      </p:cxnSp>
      <p:sp>
        <p:nvSpPr>
          <p:cNvPr id="86" name="Google Shape;86;p8"/>
          <p:cNvSpPr txBox="1"/>
          <p:nvPr/>
        </p:nvSpPr>
        <p:spPr>
          <a:xfrm>
            <a:off x="10410201" y="532278"/>
            <a:ext cx="671977" cy="307777"/>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fld id="{00000000-1234-1234-1234-123412341234}" type="slidenum">
              <a:rPr lang="ru-RU" sz="2000">
                <a:solidFill>
                  <a:srgbClr val="102D69"/>
                </a:solidFill>
                <a:latin typeface="Arial"/>
                <a:ea typeface="Arial"/>
                <a:cs typeface="Arial"/>
                <a:sym typeface="Arial"/>
              </a:rPr>
              <a:t>‹#›</a:t>
            </a:fld>
            <a:endParaRPr sz="2000">
              <a:solidFill>
                <a:srgbClr val="102D69"/>
              </a:solidFill>
              <a:latin typeface="Arial"/>
              <a:ea typeface="Arial"/>
              <a:cs typeface="Arial"/>
              <a:sym typeface="Arial"/>
            </a:endParaRPr>
          </a:p>
        </p:txBody>
      </p:sp>
      <p:cxnSp>
        <p:nvCxnSpPr>
          <p:cNvPr id="87" name="Google Shape;87;p8"/>
          <p:cNvCxnSpPr/>
          <p:nvPr/>
        </p:nvCxnSpPr>
        <p:spPr>
          <a:xfrm>
            <a:off x="11643868" y="464363"/>
            <a:ext cx="0" cy="586260"/>
          </a:xfrm>
          <a:prstGeom prst="straightConnector1">
            <a:avLst/>
          </a:prstGeom>
          <a:noFill/>
          <a:ln cap="flat" cmpd="sng" w="12700">
            <a:solidFill>
              <a:srgbClr val="102D69"/>
            </a:solidFill>
            <a:prstDash val="solid"/>
            <a:miter lim="800000"/>
            <a:headEnd len="sm" w="sm" type="none"/>
            <a:tailEnd len="sm" w="sm" type="none"/>
          </a:ln>
        </p:spPr>
      </p:cxnSp>
      <p:sp>
        <p:nvSpPr>
          <p:cNvPr id="88" name="Google Shape;88;p8"/>
          <p:cNvSpPr txBox="1"/>
          <p:nvPr>
            <p:ph idx="1" type="body"/>
          </p:nvPr>
        </p:nvSpPr>
        <p:spPr>
          <a:xfrm>
            <a:off x="1143689" y="540904"/>
            <a:ext cx="1901825" cy="415925"/>
          </a:xfrm>
          <a:prstGeom prst="rect">
            <a:avLst/>
          </a:prstGeom>
          <a:noFill/>
          <a:ln>
            <a:noFill/>
          </a:ln>
        </p:spPr>
        <p:txBody>
          <a:bodyPr anchorCtr="0" anchor="t" bIns="0" lIns="0" spcFirstLastPara="1" rIns="0" wrap="square" tIns="0">
            <a:noAutofit/>
          </a:bodyPr>
          <a:lstStyle>
            <a:lvl1pPr indent="-228600" lvl="0" marL="457200" marR="0" algn="l">
              <a:lnSpc>
                <a:spcPct val="100000"/>
              </a:lnSpc>
              <a:spcBef>
                <a:spcPts val="0"/>
              </a:spcBef>
              <a:spcAft>
                <a:spcPts val="0"/>
              </a:spcAft>
              <a:buClr>
                <a:schemeClr val="dk1"/>
              </a:buClr>
              <a:buSzPts val="1000"/>
              <a:buFont typeface="Arial"/>
              <a:buNone/>
              <a:defRPr b="0" i="0" sz="1000">
                <a:latin typeface="Arial"/>
                <a:ea typeface="Arial"/>
                <a:cs typeface="Arial"/>
                <a:sym typeface="Arial"/>
              </a:defRPr>
            </a:lvl1pPr>
            <a:lvl2pPr indent="-228600" lvl="1" marL="914400" algn="l">
              <a:lnSpc>
                <a:spcPct val="100000"/>
              </a:lnSpc>
              <a:spcBef>
                <a:spcPts val="500"/>
              </a:spcBef>
              <a:spcAft>
                <a:spcPts val="0"/>
              </a:spcAft>
              <a:buClr>
                <a:schemeClr val="dk1"/>
              </a:buClr>
              <a:buSzPts val="1000"/>
              <a:buNone/>
              <a:defRPr b="0" i="0" sz="1000">
                <a:latin typeface="Arial"/>
                <a:ea typeface="Arial"/>
                <a:cs typeface="Arial"/>
                <a:sym typeface="Arial"/>
              </a:defRPr>
            </a:lvl2pPr>
            <a:lvl3pPr indent="-228600" lvl="2" marL="1371600" algn="l">
              <a:lnSpc>
                <a:spcPct val="100000"/>
              </a:lnSpc>
              <a:spcBef>
                <a:spcPts val="500"/>
              </a:spcBef>
              <a:spcAft>
                <a:spcPts val="0"/>
              </a:spcAft>
              <a:buClr>
                <a:schemeClr val="dk1"/>
              </a:buClr>
              <a:buSzPts val="1000"/>
              <a:buNone/>
              <a:defRPr b="0" i="0" sz="1000">
                <a:latin typeface="Arial"/>
                <a:ea typeface="Arial"/>
                <a:cs typeface="Arial"/>
                <a:sym typeface="Arial"/>
              </a:defRPr>
            </a:lvl3pPr>
            <a:lvl4pPr indent="-228600" lvl="3" marL="1828800" algn="l">
              <a:lnSpc>
                <a:spcPct val="100000"/>
              </a:lnSpc>
              <a:spcBef>
                <a:spcPts val="500"/>
              </a:spcBef>
              <a:spcAft>
                <a:spcPts val="0"/>
              </a:spcAft>
              <a:buClr>
                <a:schemeClr val="dk1"/>
              </a:buClr>
              <a:buSzPts val="1000"/>
              <a:buNone/>
              <a:defRPr b="0" i="0" sz="1000">
                <a:latin typeface="Arial"/>
                <a:ea typeface="Arial"/>
                <a:cs typeface="Arial"/>
                <a:sym typeface="Arial"/>
              </a:defRPr>
            </a:lvl4pPr>
            <a:lvl5pPr indent="-228600" lvl="4" marL="2286000" algn="l">
              <a:lnSpc>
                <a:spcPct val="100000"/>
              </a:lnSpc>
              <a:spcBef>
                <a:spcPts val="500"/>
              </a:spcBef>
              <a:spcAft>
                <a:spcPts val="0"/>
              </a:spcAft>
              <a:buClr>
                <a:schemeClr val="dk1"/>
              </a:buClr>
              <a:buSzPts val="1000"/>
              <a:buNone/>
              <a:defRPr b="0" i="0" sz="1000">
                <a:latin typeface="Arial"/>
                <a:ea typeface="Arial"/>
                <a:cs typeface="Arial"/>
                <a:sym typeface="Aria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9" name="Google Shape;89;p8"/>
          <p:cNvSpPr txBox="1"/>
          <p:nvPr>
            <p:ph idx="2" type="body"/>
          </p:nvPr>
        </p:nvSpPr>
        <p:spPr>
          <a:xfrm>
            <a:off x="3459163" y="548720"/>
            <a:ext cx="2070100" cy="408109"/>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rgbClr val="0E2D69"/>
              </a:buClr>
              <a:buSzPts val="1000"/>
              <a:buNone/>
              <a:defRPr b="0" i="0" sz="1000">
                <a:solidFill>
                  <a:srgbClr val="0E2D69"/>
                </a:solidFill>
                <a:latin typeface="Arial"/>
                <a:ea typeface="Arial"/>
                <a:cs typeface="Arial"/>
                <a:sym typeface="Arial"/>
              </a:defRPr>
            </a:lvl1pPr>
            <a:lvl2pPr indent="-228600" lvl="1" marL="914400" algn="l">
              <a:lnSpc>
                <a:spcPct val="90000"/>
              </a:lnSpc>
              <a:spcBef>
                <a:spcPts val="500"/>
              </a:spcBef>
              <a:spcAft>
                <a:spcPts val="0"/>
              </a:spcAft>
              <a:buClr>
                <a:srgbClr val="0E2D69"/>
              </a:buClr>
              <a:buSzPts val="1000"/>
              <a:buNone/>
              <a:defRPr b="0" i="0" sz="1000">
                <a:solidFill>
                  <a:srgbClr val="0E2D69"/>
                </a:solidFill>
                <a:latin typeface="Arial"/>
                <a:ea typeface="Arial"/>
                <a:cs typeface="Arial"/>
                <a:sym typeface="Arial"/>
              </a:defRPr>
            </a:lvl2pPr>
            <a:lvl3pPr indent="-228600" lvl="2" marL="1371600" algn="l">
              <a:lnSpc>
                <a:spcPct val="90000"/>
              </a:lnSpc>
              <a:spcBef>
                <a:spcPts val="500"/>
              </a:spcBef>
              <a:spcAft>
                <a:spcPts val="0"/>
              </a:spcAft>
              <a:buClr>
                <a:srgbClr val="0E2D69"/>
              </a:buClr>
              <a:buSzPts val="1000"/>
              <a:buNone/>
              <a:defRPr b="0" i="0" sz="1000">
                <a:solidFill>
                  <a:srgbClr val="0E2D69"/>
                </a:solidFill>
                <a:latin typeface="Arial"/>
                <a:ea typeface="Arial"/>
                <a:cs typeface="Arial"/>
                <a:sym typeface="Arial"/>
              </a:defRPr>
            </a:lvl3pPr>
            <a:lvl4pPr indent="-228600" lvl="3" marL="1828800" algn="l">
              <a:lnSpc>
                <a:spcPct val="90000"/>
              </a:lnSpc>
              <a:spcBef>
                <a:spcPts val="500"/>
              </a:spcBef>
              <a:spcAft>
                <a:spcPts val="0"/>
              </a:spcAft>
              <a:buClr>
                <a:srgbClr val="0E2D69"/>
              </a:buClr>
              <a:buSzPts val="1000"/>
              <a:buNone/>
              <a:defRPr b="0" i="0" sz="1000">
                <a:solidFill>
                  <a:srgbClr val="0E2D69"/>
                </a:solidFill>
                <a:latin typeface="Arial"/>
                <a:ea typeface="Arial"/>
                <a:cs typeface="Arial"/>
                <a:sym typeface="Arial"/>
              </a:defRPr>
            </a:lvl4pPr>
            <a:lvl5pPr indent="-228600" lvl="4" marL="2286000" algn="l">
              <a:lnSpc>
                <a:spcPct val="90000"/>
              </a:lnSpc>
              <a:spcBef>
                <a:spcPts val="500"/>
              </a:spcBef>
              <a:spcAft>
                <a:spcPts val="0"/>
              </a:spcAft>
              <a:buClr>
                <a:srgbClr val="0E2D69"/>
              </a:buClr>
              <a:buSzPts val="1000"/>
              <a:buNone/>
              <a:defRPr b="0" i="0" sz="1000">
                <a:solidFill>
                  <a:srgbClr val="0E2D69"/>
                </a:solidFill>
                <a:latin typeface="Arial"/>
                <a:ea typeface="Arial"/>
                <a:cs typeface="Arial"/>
                <a:sym typeface="Aria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0" name="Google Shape;90;p8"/>
          <p:cNvSpPr txBox="1"/>
          <p:nvPr>
            <p:ph idx="3" type="body"/>
          </p:nvPr>
        </p:nvSpPr>
        <p:spPr>
          <a:xfrm>
            <a:off x="6259892" y="548720"/>
            <a:ext cx="2070100" cy="408109"/>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rgbClr val="0E2D69"/>
              </a:buClr>
              <a:buSzPts val="1000"/>
              <a:buNone/>
              <a:defRPr b="0" i="0" sz="1000">
                <a:solidFill>
                  <a:srgbClr val="0E2D69"/>
                </a:solidFill>
                <a:latin typeface="Arial"/>
                <a:ea typeface="Arial"/>
                <a:cs typeface="Arial"/>
                <a:sym typeface="Arial"/>
              </a:defRPr>
            </a:lvl1pPr>
            <a:lvl2pPr indent="-228600" lvl="1" marL="914400" algn="l">
              <a:lnSpc>
                <a:spcPct val="90000"/>
              </a:lnSpc>
              <a:spcBef>
                <a:spcPts val="500"/>
              </a:spcBef>
              <a:spcAft>
                <a:spcPts val="0"/>
              </a:spcAft>
              <a:buClr>
                <a:srgbClr val="0E2D69"/>
              </a:buClr>
              <a:buSzPts val="1000"/>
              <a:buNone/>
              <a:defRPr b="0" i="0" sz="1000">
                <a:solidFill>
                  <a:srgbClr val="0E2D69"/>
                </a:solidFill>
                <a:latin typeface="Arial"/>
                <a:ea typeface="Arial"/>
                <a:cs typeface="Arial"/>
                <a:sym typeface="Arial"/>
              </a:defRPr>
            </a:lvl2pPr>
            <a:lvl3pPr indent="-228600" lvl="2" marL="1371600" algn="l">
              <a:lnSpc>
                <a:spcPct val="90000"/>
              </a:lnSpc>
              <a:spcBef>
                <a:spcPts val="500"/>
              </a:spcBef>
              <a:spcAft>
                <a:spcPts val="0"/>
              </a:spcAft>
              <a:buClr>
                <a:srgbClr val="0E2D69"/>
              </a:buClr>
              <a:buSzPts val="1000"/>
              <a:buNone/>
              <a:defRPr b="0" i="0" sz="1000">
                <a:solidFill>
                  <a:srgbClr val="0E2D69"/>
                </a:solidFill>
                <a:latin typeface="Arial"/>
                <a:ea typeface="Arial"/>
                <a:cs typeface="Arial"/>
                <a:sym typeface="Arial"/>
              </a:defRPr>
            </a:lvl3pPr>
            <a:lvl4pPr indent="-228600" lvl="3" marL="1828800" algn="l">
              <a:lnSpc>
                <a:spcPct val="90000"/>
              </a:lnSpc>
              <a:spcBef>
                <a:spcPts val="500"/>
              </a:spcBef>
              <a:spcAft>
                <a:spcPts val="0"/>
              </a:spcAft>
              <a:buClr>
                <a:srgbClr val="0E2D69"/>
              </a:buClr>
              <a:buSzPts val="1000"/>
              <a:buNone/>
              <a:defRPr b="0" i="0" sz="1000">
                <a:solidFill>
                  <a:srgbClr val="0E2D69"/>
                </a:solidFill>
                <a:latin typeface="Arial"/>
                <a:ea typeface="Arial"/>
                <a:cs typeface="Arial"/>
                <a:sym typeface="Arial"/>
              </a:defRPr>
            </a:lvl4pPr>
            <a:lvl5pPr indent="-228600" lvl="4" marL="2286000" algn="l">
              <a:lnSpc>
                <a:spcPct val="90000"/>
              </a:lnSpc>
              <a:spcBef>
                <a:spcPts val="500"/>
              </a:spcBef>
              <a:spcAft>
                <a:spcPts val="0"/>
              </a:spcAft>
              <a:buClr>
                <a:srgbClr val="0E2D69"/>
              </a:buClr>
              <a:buSzPts val="1000"/>
              <a:buNone/>
              <a:defRPr b="0" i="0" sz="1000">
                <a:solidFill>
                  <a:srgbClr val="0E2D69"/>
                </a:solidFill>
                <a:latin typeface="Arial"/>
                <a:ea typeface="Arial"/>
                <a:cs typeface="Arial"/>
                <a:sym typeface="Aria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1" name="Google Shape;91;p8"/>
          <p:cNvSpPr txBox="1"/>
          <p:nvPr>
            <p:ph idx="4" type="body"/>
          </p:nvPr>
        </p:nvSpPr>
        <p:spPr>
          <a:xfrm>
            <a:off x="585897" y="5183249"/>
            <a:ext cx="3934345" cy="553998"/>
          </a:xfrm>
          <a:prstGeom prst="rect">
            <a:avLst/>
          </a:prstGeom>
          <a:noFill/>
          <a:ln>
            <a:noFill/>
          </a:ln>
        </p:spPr>
        <p:txBody>
          <a:bodyPr anchorCtr="0" anchor="t" bIns="45700" lIns="0" spcFirstLastPara="1" rIns="0" wrap="square" tIns="0">
            <a:normAutofit/>
          </a:bodyPr>
          <a:lstStyle>
            <a:lvl1pPr indent="-228600" lvl="0" marL="457200" marR="0" algn="l">
              <a:lnSpc>
                <a:spcPct val="100000"/>
              </a:lnSpc>
              <a:spcBef>
                <a:spcPts val="1000"/>
              </a:spcBef>
              <a:spcAft>
                <a:spcPts val="0"/>
              </a:spcAft>
              <a:buClr>
                <a:srgbClr val="0E2D69"/>
              </a:buClr>
              <a:buSzPts val="1000"/>
              <a:buFont typeface="Arial"/>
              <a:buNone/>
              <a:defRPr b="0" i="0" sz="1000">
                <a:solidFill>
                  <a:srgbClr val="0E2D69"/>
                </a:solidFill>
                <a:latin typeface="Arial"/>
                <a:ea typeface="Arial"/>
                <a:cs typeface="Arial"/>
                <a:sym typeface="Arial"/>
              </a:defRPr>
            </a:lvl1pPr>
            <a:lvl2pPr indent="-228600" lvl="1" marL="914400" algn="l">
              <a:lnSpc>
                <a:spcPct val="100000"/>
              </a:lnSpc>
              <a:spcBef>
                <a:spcPts val="1000"/>
              </a:spcBef>
              <a:spcAft>
                <a:spcPts val="0"/>
              </a:spcAft>
              <a:buClr>
                <a:srgbClr val="0E2D69"/>
              </a:buClr>
              <a:buSzPts val="1300"/>
              <a:buFont typeface="Arial"/>
              <a:buNone/>
              <a:defRPr b="0" i="0" sz="1300">
                <a:solidFill>
                  <a:srgbClr val="0E2D69"/>
                </a:solidFill>
                <a:latin typeface="Arial"/>
                <a:ea typeface="Arial"/>
                <a:cs typeface="Arial"/>
                <a:sym typeface="Arial"/>
              </a:defRPr>
            </a:lvl2pPr>
            <a:lvl3pPr indent="-228600" lvl="2" marL="1371600" algn="l">
              <a:lnSpc>
                <a:spcPct val="100000"/>
              </a:lnSpc>
              <a:spcBef>
                <a:spcPts val="1000"/>
              </a:spcBef>
              <a:spcAft>
                <a:spcPts val="0"/>
              </a:spcAft>
              <a:buClr>
                <a:srgbClr val="0E2D69"/>
              </a:buClr>
              <a:buSzPts val="1300"/>
              <a:buFont typeface="Arial"/>
              <a:buNone/>
              <a:defRPr b="0" i="0" sz="1300">
                <a:solidFill>
                  <a:srgbClr val="0E2D69"/>
                </a:solidFill>
                <a:latin typeface="Arial"/>
                <a:ea typeface="Arial"/>
                <a:cs typeface="Arial"/>
                <a:sym typeface="Arial"/>
              </a:defRPr>
            </a:lvl3pPr>
            <a:lvl4pPr indent="-228600" lvl="3" marL="1828800" algn="l">
              <a:lnSpc>
                <a:spcPct val="100000"/>
              </a:lnSpc>
              <a:spcBef>
                <a:spcPts val="1000"/>
              </a:spcBef>
              <a:spcAft>
                <a:spcPts val="0"/>
              </a:spcAft>
              <a:buClr>
                <a:srgbClr val="0E2D69"/>
              </a:buClr>
              <a:buSzPts val="1300"/>
              <a:buFont typeface="Arial"/>
              <a:buNone/>
              <a:defRPr b="0" i="0" sz="1300">
                <a:solidFill>
                  <a:srgbClr val="0E2D69"/>
                </a:solidFill>
                <a:latin typeface="Arial"/>
                <a:ea typeface="Arial"/>
                <a:cs typeface="Arial"/>
                <a:sym typeface="Arial"/>
              </a:defRPr>
            </a:lvl4pPr>
            <a:lvl5pPr indent="-228600" lvl="4" marL="2286000" algn="l">
              <a:lnSpc>
                <a:spcPct val="100000"/>
              </a:lnSpc>
              <a:spcBef>
                <a:spcPts val="1000"/>
              </a:spcBef>
              <a:spcAft>
                <a:spcPts val="0"/>
              </a:spcAft>
              <a:buClr>
                <a:srgbClr val="0E2D69"/>
              </a:buClr>
              <a:buSzPts val="1300"/>
              <a:buFont typeface="Arial"/>
              <a:buNone/>
              <a:defRPr b="0" i="0" sz="1300">
                <a:solidFill>
                  <a:srgbClr val="0E2D69"/>
                </a:solidFill>
                <a:latin typeface="Arial"/>
                <a:ea typeface="Arial"/>
                <a:cs typeface="Arial"/>
                <a:sym typeface="Aria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2" name="Google Shape;92;p8"/>
          <p:cNvSpPr/>
          <p:nvPr>
            <p:ph idx="5" type="chart"/>
          </p:nvPr>
        </p:nvSpPr>
        <p:spPr>
          <a:xfrm>
            <a:off x="5272097" y="1447790"/>
            <a:ext cx="6371768" cy="4289457"/>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lvl="1"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lvl="2"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lvl="3"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lvl="4"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lvl="5"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lvl="6"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lvl="7"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lvl="8"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93" name="Google Shape;93;p8"/>
          <p:cNvSpPr txBox="1"/>
          <p:nvPr>
            <p:ph idx="6" type="body"/>
          </p:nvPr>
        </p:nvSpPr>
        <p:spPr>
          <a:xfrm>
            <a:off x="585788" y="1447064"/>
            <a:ext cx="4322762" cy="703205"/>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rgbClr val="0E2D69"/>
              </a:buClr>
              <a:buSzPts val="1600"/>
              <a:buNone/>
              <a:defRPr b="0" i="0" sz="1600">
                <a:solidFill>
                  <a:srgbClr val="0E2D69"/>
                </a:solidFill>
                <a:latin typeface="Arial"/>
                <a:ea typeface="Arial"/>
                <a:cs typeface="Arial"/>
                <a:sym typeface="Arial"/>
              </a:defRPr>
            </a:lvl1pPr>
            <a:lvl2pPr indent="-330200" lvl="1" marL="914400" algn="l">
              <a:lnSpc>
                <a:spcPct val="90000"/>
              </a:lnSpc>
              <a:spcBef>
                <a:spcPts val="500"/>
              </a:spcBef>
              <a:spcAft>
                <a:spcPts val="0"/>
              </a:spcAft>
              <a:buClr>
                <a:srgbClr val="0E2D69"/>
              </a:buClr>
              <a:buSzPts val="1600"/>
              <a:buChar char="•"/>
              <a:defRPr b="0" i="0" sz="1600">
                <a:solidFill>
                  <a:srgbClr val="0E2D69"/>
                </a:solidFill>
                <a:latin typeface="Arial"/>
                <a:ea typeface="Arial"/>
                <a:cs typeface="Arial"/>
                <a:sym typeface="Arial"/>
              </a:defRPr>
            </a:lvl2pPr>
            <a:lvl3pPr indent="-330200" lvl="2" marL="1371600" algn="l">
              <a:lnSpc>
                <a:spcPct val="90000"/>
              </a:lnSpc>
              <a:spcBef>
                <a:spcPts val="500"/>
              </a:spcBef>
              <a:spcAft>
                <a:spcPts val="0"/>
              </a:spcAft>
              <a:buClr>
                <a:srgbClr val="0E2D69"/>
              </a:buClr>
              <a:buSzPts val="1600"/>
              <a:buChar char="•"/>
              <a:defRPr b="0" i="0" sz="1600">
                <a:solidFill>
                  <a:srgbClr val="0E2D69"/>
                </a:solidFill>
                <a:latin typeface="Arial"/>
                <a:ea typeface="Arial"/>
                <a:cs typeface="Arial"/>
                <a:sym typeface="Arial"/>
              </a:defRPr>
            </a:lvl3pPr>
            <a:lvl4pPr indent="-330200" lvl="3" marL="1828800" algn="l">
              <a:lnSpc>
                <a:spcPct val="90000"/>
              </a:lnSpc>
              <a:spcBef>
                <a:spcPts val="500"/>
              </a:spcBef>
              <a:spcAft>
                <a:spcPts val="0"/>
              </a:spcAft>
              <a:buClr>
                <a:srgbClr val="0E2D69"/>
              </a:buClr>
              <a:buSzPts val="1600"/>
              <a:buChar char="•"/>
              <a:defRPr b="0" i="0" sz="1600">
                <a:solidFill>
                  <a:srgbClr val="0E2D69"/>
                </a:solidFill>
                <a:latin typeface="Arial"/>
                <a:ea typeface="Arial"/>
                <a:cs typeface="Arial"/>
                <a:sym typeface="Arial"/>
              </a:defRPr>
            </a:lvl4pPr>
            <a:lvl5pPr indent="-330200" lvl="4" marL="2286000" algn="l">
              <a:lnSpc>
                <a:spcPct val="90000"/>
              </a:lnSpc>
              <a:spcBef>
                <a:spcPts val="500"/>
              </a:spcBef>
              <a:spcAft>
                <a:spcPts val="0"/>
              </a:spcAft>
              <a:buClr>
                <a:srgbClr val="0E2D69"/>
              </a:buClr>
              <a:buSzPts val="1600"/>
              <a:buChar char="•"/>
              <a:defRPr b="0" i="0" sz="1600">
                <a:solidFill>
                  <a:srgbClr val="0E2D69"/>
                </a:solidFill>
                <a:latin typeface="Arial"/>
                <a:ea typeface="Arial"/>
                <a:cs typeface="Arial"/>
                <a:sym typeface="Aria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4" name="Google Shape;94;p8"/>
          <p:cNvSpPr txBox="1"/>
          <p:nvPr>
            <p:ph idx="7" type="body"/>
          </p:nvPr>
        </p:nvSpPr>
        <p:spPr>
          <a:xfrm>
            <a:off x="585898" y="2379663"/>
            <a:ext cx="4322531" cy="2399371"/>
          </a:xfrm>
          <a:prstGeom prst="rect">
            <a:avLst/>
          </a:prstGeom>
          <a:noFill/>
          <a:ln>
            <a:noFill/>
          </a:ln>
        </p:spPr>
        <p:txBody>
          <a:bodyPr anchorCtr="0" anchor="t" bIns="45700" lIns="0" spcFirstLastPara="1" rIns="0" wrap="square" tIns="0">
            <a:normAutofit/>
          </a:bodyPr>
          <a:lstStyle>
            <a:lvl1pPr indent="-228600" lvl="0" marL="457200" marR="0" algn="l">
              <a:lnSpc>
                <a:spcPct val="100000"/>
              </a:lnSpc>
              <a:spcBef>
                <a:spcPts val="1000"/>
              </a:spcBef>
              <a:spcAft>
                <a:spcPts val="0"/>
              </a:spcAft>
              <a:buClr>
                <a:srgbClr val="0E2D69"/>
              </a:buClr>
              <a:buSzPts val="1300"/>
              <a:buFont typeface="Arial"/>
              <a:buNone/>
              <a:defRPr b="0" i="0" sz="1300">
                <a:solidFill>
                  <a:srgbClr val="0E2D69"/>
                </a:solidFill>
                <a:latin typeface="Arial"/>
                <a:ea typeface="Arial"/>
                <a:cs typeface="Arial"/>
                <a:sym typeface="Arial"/>
              </a:defRPr>
            </a:lvl1pPr>
            <a:lvl2pPr indent="-228600" lvl="1" marL="914400" algn="l">
              <a:lnSpc>
                <a:spcPct val="100000"/>
              </a:lnSpc>
              <a:spcBef>
                <a:spcPts val="1000"/>
              </a:spcBef>
              <a:spcAft>
                <a:spcPts val="0"/>
              </a:spcAft>
              <a:buClr>
                <a:srgbClr val="0E2D69"/>
              </a:buClr>
              <a:buSzPts val="1300"/>
              <a:buFont typeface="Arial"/>
              <a:buNone/>
              <a:defRPr b="0" i="0" sz="1300">
                <a:solidFill>
                  <a:srgbClr val="0E2D69"/>
                </a:solidFill>
                <a:latin typeface="Arial"/>
                <a:ea typeface="Arial"/>
                <a:cs typeface="Arial"/>
                <a:sym typeface="Arial"/>
              </a:defRPr>
            </a:lvl2pPr>
            <a:lvl3pPr indent="-228600" lvl="2" marL="1371600" algn="l">
              <a:lnSpc>
                <a:spcPct val="100000"/>
              </a:lnSpc>
              <a:spcBef>
                <a:spcPts val="1000"/>
              </a:spcBef>
              <a:spcAft>
                <a:spcPts val="0"/>
              </a:spcAft>
              <a:buClr>
                <a:srgbClr val="0E2D69"/>
              </a:buClr>
              <a:buSzPts val="1300"/>
              <a:buFont typeface="Arial"/>
              <a:buNone/>
              <a:defRPr b="0" i="0" sz="1300">
                <a:solidFill>
                  <a:srgbClr val="0E2D69"/>
                </a:solidFill>
                <a:latin typeface="Arial"/>
                <a:ea typeface="Arial"/>
                <a:cs typeface="Arial"/>
                <a:sym typeface="Arial"/>
              </a:defRPr>
            </a:lvl3pPr>
            <a:lvl4pPr indent="-228600" lvl="3" marL="1828800" algn="l">
              <a:lnSpc>
                <a:spcPct val="100000"/>
              </a:lnSpc>
              <a:spcBef>
                <a:spcPts val="1000"/>
              </a:spcBef>
              <a:spcAft>
                <a:spcPts val="0"/>
              </a:spcAft>
              <a:buClr>
                <a:srgbClr val="0E2D69"/>
              </a:buClr>
              <a:buSzPts val="1300"/>
              <a:buFont typeface="Arial"/>
              <a:buNone/>
              <a:defRPr b="0" i="0" sz="1300">
                <a:solidFill>
                  <a:srgbClr val="0E2D69"/>
                </a:solidFill>
                <a:latin typeface="Arial"/>
                <a:ea typeface="Arial"/>
                <a:cs typeface="Arial"/>
                <a:sym typeface="Arial"/>
              </a:defRPr>
            </a:lvl4pPr>
            <a:lvl5pPr indent="-228600" lvl="4" marL="2286000" algn="l">
              <a:lnSpc>
                <a:spcPct val="100000"/>
              </a:lnSpc>
              <a:spcBef>
                <a:spcPts val="1000"/>
              </a:spcBef>
              <a:spcAft>
                <a:spcPts val="0"/>
              </a:spcAft>
              <a:buClr>
                <a:srgbClr val="0E2D69"/>
              </a:buClr>
              <a:buSzPts val="1300"/>
              <a:buFont typeface="Arial"/>
              <a:buNone/>
              <a:defRPr b="0" i="0" sz="1300">
                <a:solidFill>
                  <a:srgbClr val="0E2D69"/>
                </a:solidFill>
                <a:latin typeface="Arial"/>
                <a:ea typeface="Arial"/>
                <a:cs typeface="Arial"/>
                <a:sym typeface="Aria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Цифры">
  <p:cSld name="Цифры">
    <p:bg>
      <p:bgPr>
        <a:blipFill>
          <a:blip r:embed="rId2">
            <a:alphaModFix/>
          </a:blip>
          <a:stretch>
            <a:fillRect/>
          </a:stretch>
        </a:blipFill>
      </p:bgPr>
    </p:bg>
    <p:spTree>
      <p:nvGrpSpPr>
        <p:cNvPr id="95" name="Shape 95"/>
        <p:cNvGrpSpPr/>
        <p:nvPr/>
      </p:nvGrpSpPr>
      <p:grpSpPr>
        <a:xfrm>
          <a:off x="0" y="0"/>
          <a:ext cx="0" cy="0"/>
          <a:chOff x="0" y="0"/>
          <a:chExt cx="0" cy="0"/>
        </a:xfrm>
      </p:grpSpPr>
      <p:pic>
        <p:nvPicPr>
          <p:cNvPr descr="Icon&#10;&#10;Description automatically generated" id="96" name="Google Shape;96;p9"/>
          <p:cNvPicPr preferRelativeResize="0"/>
          <p:nvPr/>
        </p:nvPicPr>
        <p:blipFill rotWithShape="1">
          <a:blip r:embed="rId3">
            <a:alphaModFix/>
          </a:blip>
          <a:srcRect b="0" l="0" r="0" t="0"/>
          <a:stretch/>
        </p:blipFill>
        <p:spPr>
          <a:xfrm>
            <a:off x="517199" y="464363"/>
            <a:ext cx="448276" cy="448276"/>
          </a:xfrm>
          <a:prstGeom prst="rect">
            <a:avLst/>
          </a:prstGeom>
          <a:noFill/>
          <a:ln>
            <a:noFill/>
          </a:ln>
        </p:spPr>
      </p:pic>
      <p:cxnSp>
        <p:nvCxnSpPr>
          <p:cNvPr id="97" name="Google Shape;97;p9"/>
          <p:cNvCxnSpPr/>
          <p:nvPr/>
        </p:nvCxnSpPr>
        <p:spPr>
          <a:xfrm>
            <a:off x="3298686" y="464363"/>
            <a:ext cx="0" cy="586260"/>
          </a:xfrm>
          <a:prstGeom prst="straightConnector1">
            <a:avLst/>
          </a:prstGeom>
          <a:noFill/>
          <a:ln cap="flat" cmpd="sng" w="12700">
            <a:solidFill>
              <a:srgbClr val="102D69"/>
            </a:solidFill>
            <a:prstDash val="solid"/>
            <a:miter lim="800000"/>
            <a:headEnd len="sm" w="sm" type="none"/>
            <a:tailEnd len="sm" w="sm" type="none"/>
          </a:ln>
        </p:spPr>
      </p:cxnSp>
      <p:cxnSp>
        <p:nvCxnSpPr>
          <p:cNvPr id="98" name="Google Shape;98;p9"/>
          <p:cNvCxnSpPr/>
          <p:nvPr/>
        </p:nvCxnSpPr>
        <p:spPr>
          <a:xfrm>
            <a:off x="6099416" y="464363"/>
            <a:ext cx="0" cy="586260"/>
          </a:xfrm>
          <a:prstGeom prst="straightConnector1">
            <a:avLst/>
          </a:prstGeom>
          <a:noFill/>
          <a:ln cap="flat" cmpd="sng" w="12700">
            <a:solidFill>
              <a:srgbClr val="102D69"/>
            </a:solidFill>
            <a:prstDash val="solid"/>
            <a:miter lim="800000"/>
            <a:headEnd len="sm" w="sm" type="none"/>
            <a:tailEnd len="sm" w="sm" type="none"/>
          </a:ln>
        </p:spPr>
      </p:cxnSp>
      <p:cxnSp>
        <p:nvCxnSpPr>
          <p:cNvPr id="99" name="Google Shape;99;p9"/>
          <p:cNvCxnSpPr/>
          <p:nvPr/>
        </p:nvCxnSpPr>
        <p:spPr>
          <a:xfrm>
            <a:off x="10277081" y="464363"/>
            <a:ext cx="0" cy="586260"/>
          </a:xfrm>
          <a:prstGeom prst="straightConnector1">
            <a:avLst/>
          </a:prstGeom>
          <a:noFill/>
          <a:ln cap="flat" cmpd="sng" w="12700">
            <a:solidFill>
              <a:srgbClr val="102D69"/>
            </a:solidFill>
            <a:prstDash val="solid"/>
            <a:miter lim="800000"/>
            <a:headEnd len="sm" w="sm" type="none"/>
            <a:tailEnd len="sm" w="sm" type="none"/>
          </a:ln>
        </p:spPr>
      </p:cxnSp>
      <p:sp>
        <p:nvSpPr>
          <p:cNvPr id="100" name="Google Shape;100;p9"/>
          <p:cNvSpPr txBox="1"/>
          <p:nvPr/>
        </p:nvSpPr>
        <p:spPr>
          <a:xfrm>
            <a:off x="10410201" y="532278"/>
            <a:ext cx="671977" cy="307777"/>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fld id="{00000000-1234-1234-1234-123412341234}" type="slidenum">
              <a:rPr lang="ru-RU" sz="2000">
                <a:solidFill>
                  <a:srgbClr val="102D69"/>
                </a:solidFill>
                <a:latin typeface="Arial"/>
                <a:ea typeface="Arial"/>
                <a:cs typeface="Arial"/>
                <a:sym typeface="Arial"/>
              </a:rPr>
              <a:t>‹#›</a:t>
            </a:fld>
            <a:endParaRPr sz="2000">
              <a:solidFill>
                <a:srgbClr val="102D69"/>
              </a:solidFill>
              <a:latin typeface="Arial"/>
              <a:ea typeface="Arial"/>
              <a:cs typeface="Arial"/>
              <a:sym typeface="Arial"/>
            </a:endParaRPr>
          </a:p>
        </p:txBody>
      </p:sp>
      <p:cxnSp>
        <p:nvCxnSpPr>
          <p:cNvPr id="101" name="Google Shape;101;p9"/>
          <p:cNvCxnSpPr/>
          <p:nvPr/>
        </p:nvCxnSpPr>
        <p:spPr>
          <a:xfrm>
            <a:off x="11643868" y="464363"/>
            <a:ext cx="0" cy="586260"/>
          </a:xfrm>
          <a:prstGeom prst="straightConnector1">
            <a:avLst/>
          </a:prstGeom>
          <a:noFill/>
          <a:ln cap="flat" cmpd="sng" w="12700">
            <a:solidFill>
              <a:srgbClr val="102D69"/>
            </a:solidFill>
            <a:prstDash val="solid"/>
            <a:miter lim="800000"/>
            <a:headEnd len="sm" w="sm" type="none"/>
            <a:tailEnd len="sm" w="sm" type="none"/>
          </a:ln>
        </p:spPr>
      </p:cxnSp>
      <p:sp>
        <p:nvSpPr>
          <p:cNvPr id="102" name="Google Shape;102;p9"/>
          <p:cNvSpPr txBox="1"/>
          <p:nvPr>
            <p:ph idx="1" type="body"/>
          </p:nvPr>
        </p:nvSpPr>
        <p:spPr>
          <a:xfrm>
            <a:off x="1143689" y="540904"/>
            <a:ext cx="1901825" cy="415925"/>
          </a:xfrm>
          <a:prstGeom prst="rect">
            <a:avLst/>
          </a:prstGeom>
          <a:noFill/>
          <a:ln>
            <a:noFill/>
          </a:ln>
        </p:spPr>
        <p:txBody>
          <a:bodyPr anchorCtr="0" anchor="t" bIns="0" lIns="0" spcFirstLastPara="1" rIns="0" wrap="square" tIns="0">
            <a:noAutofit/>
          </a:bodyPr>
          <a:lstStyle>
            <a:lvl1pPr indent="-228600" lvl="0" marL="457200" marR="0" algn="l">
              <a:lnSpc>
                <a:spcPct val="100000"/>
              </a:lnSpc>
              <a:spcBef>
                <a:spcPts val="0"/>
              </a:spcBef>
              <a:spcAft>
                <a:spcPts val="0"/>
              </a:spcAft>
              <a:buClr>
                <a:schemeClr val="dk1"/>
              </a:buClr>
              <a:buSzPts val="1000"/>
              <a:buFont typeface="Arial"/>
              <a:buNone/>
              <a:defRPr b="0" i="0" sz="1000">
                <a:latin typeface="Arial"/>
                <a:ea typeface="Arial"/>
                <a:cs typeface="Arial"/>
                <a:sym typeface="Arial"/>
              </a:defRPr>
            </a:lvl1pPr>
            <a:lvl2pPr indent="-228600" lvl="1" marL="914400" algn="l">
              <a:lnSpc>
                <a:spcPct val="100000"/>
              </a:lnSpc>
              <a:spcBef>
                <a:spcPts val="500"/>
              </a:spcBef>
              <a:spcAft>
                <a:spcPts val="0"/>
              </a:spcAft>
              <a:buClr>
                <a:schemeClr val="dk1"/>
              </a:buClr>
              <a:buSzPts val="1000"/>
              <a:buNone/>
              <a:defRPr b="0" i="0" sz="1000">
                <a:latin typeface="Arial"/>
                <a:ea typeface="Arial"/>
                <a:cs typeface="Arial"/>
                <a:sym typeface="Arial"/>
              </a:defRPr>
            </a:lvl2pPr>
            <a:lvl3pPr indent="-228600" lvl="2" marL="1371600" algn="l">
              <a:lnSpc>
                <a:spcPct val="100000"/>
              </a:lnSpc>
              <a:spcBef>
                <a:spcPts val="500"/>
              </a:spcBef>
              <a:spcAft>
                <a:spcPts val="0"/>
              </a:spcAft>
              <a:buClr>
                <a:schemeClr val="dk1"/>
              </a:buClr>
              <a:buSzPts val="1000"/>
              <a:buNone/>
              <a:defRPr b="0" i="0" sz="1000">
                <a:latin typeface="Arial"/>
                <a:ea typeface="Arial"/>
                <a:cs typeface="Arial"/>
                <a:sym typeface="Arial"/>
              </a:defRPr>
            </a:lvl3pPr>
            <a:lvl4pPr indent="-228600" lvl="3" marL="1828800" algn="l">
              <a:lnSpc>
                <a:spcPct val="100000"/>
              </a:lnSpc>
              <a:spcBef>
                <a:spcPts val="500"/>
              </a:spcBef>
              <a:spcAft>
                <a:spcPts val="0"/>
              </a:spcAft>
              <a:buClr>
                <a:schemeClr val="dk1"/>
              </a:buClr>
              <a:buSzPts val="1000"/>
              <a:buNone/>
              <a:defRPr b="0" i="0" sz="1000">
                <a:latin typeface="Arial"/>
                <a:ea typeface="Arial"/>
                <a:cs typeface="Arial"/>
                <a:sym typeface="Arial"/>
              </a:defRPr>
            </a:lvl4pPr>
            <a:lvl5pPr indent="-228600" lvl="4" marL="2286000" algn="l">
              <a:lnSpc>
                <a:spcPct val="100000"/>
              </a:lnSpc>
              <a:spcBef>
                <a:spcPts val="500"/>
              </a:spcBef>
              <a:spcAft>
                <a:spcPts val="0"/>
              </a:spcAft>
              <a:buClr>
                <a:schemeClr val="dk1"/>
              </a:buClr>
              <a:buSzPts val="1000"/>
              <a:buNone/>
              <a:defRPr b="0" i="0" sz="1000">
                <a:latin typeface="Arial"/>
                <a:ea typeface="Arial"/>
                <a:cs typeface="Arial"/>
                <a:sym typeface="Aria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3" name="Google Shape;103;p9"/>
          <p:cNvSpPr txBox="1"/>
          <p:nvPr>
            <p:ph idx="2" type="body"/>
          </p:nvPr>
        </p:nvSpPr>
        <p:spPr>
          <a:xfrm>
            <a:off x="3459163" y="548720"/>
            <a:ext cx="2070100" cy="408109"/>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rgbClr val="0E2D69"/>
              </a:buClr>
              <a:buSzPts val="1000"/>
              <a:buNone/>
              <a:defRPr b="0" i="0" sz="1000">
                <a:solidFill>
                  <a:srgbClr val="0E2D69"/>
                </a:solidFill>
                <a:latin typeface="Arial"/>
                <a:ea typeface="Arial"/>
                <a:cs typeface="Arial"/>
                <a:sym typeface="Arial"/>
              </a:defRPr>
            </a:lvl1pPr>
            <a:lvl2pPr indent="-228600" lvl="1" marL="914400" algn="l">
              <a:lnSpc>
                <a:spcPct val="90000"/>
              </a:lnSpc>
              <a:spcBef>
                <a:spcPts val="500"/>
              </a:spcBef>
              <a:spcAft>
                <a:spcPts val="0"/>
              </a:spcAft>
              <a:buClr>
                <a:srgbClr val="0E2D69"/>
              </a:buClr>
              <a:buSzPts val="1000"/>
              <a:buNone/>
              <a:defRPr b="0" i="0" sz="1000">
                <a:solidFill>
                  <a:srgbClr val="0E2D69"/>
                </a:solidFill>
                <a:latin typeface="Arial"/>
                <a:ea typeface="Arial"/>
                <a:cs typeface="Arial"/>
                <a:sym typeface="Arial"/>
              </a:defRPr>
            </a:lvl2pPr>
            <a:lvl3pPr indent="-228600" lvl="2" marL="1371600" algn="l">
              <a:lnSpc>
                <a:spcPct val="90000"/>
              </a:lnSpc>
              <a:spcBef>
                <a:spcPts val="500"/>
              </a:spcBef>
              <a:spcAft>
                <a:spcPts val="0"/>
              </a:spcAft>
              <a:buClr>
                <a:srgbClr val="0E2D69"/>
              </a:buClr>
              <a:buSzPts val="1000"/>
              <a:buNone/>
              <a:defRPr b="0" i="0" sz="1000">
                <a:solidFill>
                  <a:srgbClr val="0E2D69"/>
                </a:solidFill>
                <a:latin typeface="Arial"/>
                <a:ea typeface="Arial"/>
                <a:cs typeface="Arial"/>
                <a:sym typeface="Arial"/>
              </a:defRPr>
            </a:lvl3pPr>
            <a:lvl4pPr indent="-228600" lvl="3" marL="1828800" algn="l">
              <a:lnSpc>
                <a:spcPct val="90000"/>
              </a:lnSpc>
              <a:spcBef>
                <a:spcPts val="500"/>
              </a:spcBef>
              <a:spcAft>
                <a:spcPts val="0"/>
              </a:spcAft>
              <a:buClr>
                <a:srgbClr val="0E2D69"/>
              </a:buClr>
              <a:buSzPts val="1000"/>
              <a:buNone/>
              <a:defRPr b="0" i="0" sz="1000">
                <a:solidFill>
                  <a:srgbClr val="0E2D69"/>
                </a:solidFill>
                <a:latin typeface="Arial"/>
                <a:ea typeface="Arial"/>
                <a:cs typeface="Arial"/>
                <a:sym typeface="Arial"/>
              </a:defRPr>
            </a:lvl4pPr>
            <a:lvl5pPr indent="-228600" lvl="4" marL="2286000" algn="l">
              <a:lnSpc>
                <a:spcPct val="90000"/>
              </a:lnSpc>
              <a:spcBef>
                <a:spcPts val="500"/>
              </a:spcBef>
              <a:spcAft>
                <a:spcPts val="0"/>
              </a:spcAft>
              <a:buClr>
                <a:srgbClr val="0E2D69"/>
              </a:buClr>
              <a:buSzPts val="1000"/>
              <a:buNone/>
              <a:defRPr b="0" i="0" sz="1000">
                <a:solidFill>
                  <a:srgbClr val="0E2D69"/>
                </a:solidFill>
                <a:latin typeface="Arial"/>
                <a:ea typeface="Arial"/>
                <a:cs typeface="Arial"/>
                <a:sym typeface="Aria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4" name="Google Shape;104;p9"/>
          <p:cNvSpPr txBox="1"/>
          <p:nvPr>
            <p:ph idx="3" type="body"/>
          </p:nvPr>
        </p:nvSpPr>
        <p:spPr>
          <a:xfrm>
            <a:off x="6259892" y="548720"/>
            <a:ext cx="2070100" cy="408109"/>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rgbClr val="0E2D69"/>
              </a:buClr>
              <a:buSzPts val="1000"/>
              <a:buNone/>
              <a:defRPr b="0" i="0" sz="1000">
                <a:solidFill>
                  <a:srgbClr val="0E2D69"/>
                </a:solidFill>
                <a:latin typeface="Arial"/>
                <a:ea typeface="Arial"/>
                <a:cs typeface="Arial"/>
                <a:sym typeface="Arial"/>
              </a:defRPr>
            </a:lvl1pPr>
            <a:lvl2pPr indent="-228600" lvl="1" marL="914400" algn="l">
              <a:lnSpc>
                <a:spcPct val="90000"/>
              </a:lnSpc>
              <a:spcBef>
                <a:spcPts val="500"/>
              </a:spcBef>
              <a:spcAft>
                <a:spcPts val="0"/>
              </a:spcAft>
              <a:buClr>
                <a:srgbClr val="0E2D69"/>
              </a:buClr>
              <a:buSzPts val="1000"/>
              <a:buNone/>
              <a:defRPr b="0" i="0" sz="1000">
                <a:solidFill>
                  <a:srgbClr val="0E2D69"/>
                </a:solidFill>
                <a:latin typeface="Arial"/>
                <a:ea typeface="Arial"/>
                <a:cs typeface="Arial"/>
                <a:sym typeface="Arial"/>
              </a:defRPr>
            </a:lvl2pPr>
            <a:lvl3pPr indent="-228600" lvl="2" marL="1371600" algn="l">
              <a:lnSpc>
                <a:spcPct val="90000"/>
              </a:lnSpc>
              <a:spcBef>
                <a:spcPts val="500"/>
              </a:spcBef>
              <a:spcAft>
                <a:spcPts val="0"/>
              </a:spcAft>
              <a:buClr>
                <a:srgbClr val="0E2D69"/>
              </a:buClr>
              <a:buSzPts val="1000"/>
              <a:buNone/>
              <a:defRPr b="0" i="0" sz="1000">
                <a:solidFill>
                  <a:srgbClr val="0E2D69"/>
                </a:solidFill>
                <a:latin typeface="Arial"/>
                <a:ea typeface="Arial"/>
                <a:cs typeface="Arial"/>
                <a:sym typeface="Arial"/>
              </a:defRPr>
            </a:lvl3pPr>
            <a:lvl4pPr indent="-228600" lvl="3" marL="1828800" algn="l">
              <a:lnSpc>
                <a:spcPct val="90000"/>
              </a:lnSpc>
              <a:spcBef>
                <a:spcPts val="500"/>
              </a:spcBef>
              <a:spcAft>
                <a:spcPts val="0"/>
              </a:spcAft>
              <a:buClr>
                <a:srgbClr val="0E2D69"/>
              </a:buClr>
              <a:buSzPts val="1000"/>
              <a:buNone/>
              <a:defRPr b="0" i="0" sz="1000">
                <a:solidFill>
                  <a:srgbClr val="0E2D69"/>
                </a:solidFill>
                <a:latin typeface="Arial"/>
                <a:ea typeface="Arial"/>
                <a:cs typeface="Arial"/>
                <a:sym typeface="Arial"/>
              </a:defRPr>
            </a:lvl4pPr>
            <a:lvl5pPr indent="-228600" lvl="4" marL="2286000" algn="l">
              <a:lnSpc>
                <a:spcPct val="90000"/>
              </a:lnSpc>
              <a:spcBef>
                <a:spcPts val="500"/>
              </a:spcBef>
              <a:spcAft>
                <a:spcPts val="0"/>
              </a:spcAft>
              <a:buClr>
                <a:srgbClr val="0E2D69"/>
              </a:buClr>
              <a:buSzPts val="1000"/>
              <a:buNone/>
              <a:defRPr b="0" i="0" sz="1000">
                <a:solidFill>
                  <a:srgbClr val="0E2D69"/>
                </a:solidFill>
                <a:latin typeface="Arial"/>
                <a:ea typeface="Arial"/>
                <a:cs typeface="Arial"/>
                <a:sym typeface="Aria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5" name="Google Shape;105;p9"/>
          <p:cNvSpPr txBox="1"/>
          <p:nvPr>
            <p:ph type="title"/>
          </p:nvPr>
        </p:nvSpPr>
        <p:spPr>
          <a:xfrm>
            <a:off x="585897" y="1447790"/>
            <a:ext cx="11057955" cy="777025"/>
          </a:xfrm>
          <a:prstGeom prst="rect">
            <a:avLst/>
          </a:prstGeom>
          <a:noFill/>
          <a:ln>
            <a:noFill/>
          </a:ln>
        </p:spPr>
        <p:txBody>
          <a:bodyPr anchorCtr="0" anchor="t" bIns="0" lIns="0" spcFirstLastPara="1" rIns="0" wrap="square" tIns="0">
            <a:normAutofit/>
          </a:bodyPr>
          <a:lstStyle>
            <a:lvl1pPr lvl="0" algn="l">
              <a:lnSpc>
                <a:spcPct val="100000"/>
              </a:lnSpc>
              <a:spcBef>
                <a:spcPts val="0"/>
              </a:spcBef>
              <a:spcAft>
                <a:spcPts val="0"/>
              </a:spcAft>
              <a:buClr>
                <a:schemeClr val="dk1"/>
              </a:buClr>
              <a:buSzPts val="2400"/>
              <a:buFont typeface="Arial"/>
              <a:buNone/>
              <a:defRPr b="0" i="0" sz="2400">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6" name="Google Shape;106;p9"/>
          <p:cNvSpPr txBox="1"/>
          <p:nvPr>
            <p:ph idx="4" type="body"/>
          </p:nvPr>
        </p:nvSpPr>
        <p:spPr>
          <a:xfrm>
            <a:off x="575076" y="4103994"/>
            <a:ext cx="2758143" cy="1569661"/>
          </a:xfrm>
          <a:prstGeom prst="rect">
            <a:avLst/>
          </a:prstGeom>
          <a:noFill/>
          <a:ln>
            <a:noFill/>
          </a:ln>
        </p:spPr>
        <p:txBody>
          <a:bodyPr anchorCtr="0" anchor="t" bIns="45700" lIns="0" spcFirstLastPara="1" rIns="0" wrap="square" tIns="0">
            <a:normAutofit/>
          </a:bodyPr>
          <a:lstStyle>
            <a:lvl1pPr indent="-228600" lvl="0" marL="457200" marR="0" algn="l">
              <a:lnSpc>
                <a:spcPct val="100000"/>
              </a:lnSpc>
              <a:spcBef>
                <a:spcPts val="1000"/>
              </a:spcBef>
              <a:spcAft>
                <a:spcPts val="0"/>
              </a:spcAft>
              <a:buClr>
                <a:srgbClr val="0E2D69"/>
              </a:buClr>
              <a:buSzPts val="1300"/>
              <a:buFont typeface="Arial"/>
              <a:buNone/>
              <a:defRPr b="0" i="0" sz="1300">
                <a:solidFill>
                  <a:srgbClr val="0E2D69"/>
                </a:solidFill>
                <a:latin typeface="Arial"/>
                <a:ea typeface="Arial"/>
                <a:cs typeface="Arial"/>
                <a:sym typeface="Arial"/>
              </a:defRPr>
            </a:lvl1pPr>
            <a:lvl2pPr indent="-228600" lvl="1" marL="914400" algn="l">
              <a:lnSpc>
                <a:spcPct val="100000"/>
              </a:lnSpc>
              <a:spcBef>
                <a:spcPts val="1000"/>
              </a:spcBef>
              <a:spcAft>
                <a:spcPts val="0"/>
              </a:spcAft>
              <a:buClr>
                <a:srgbClr val="0E2D69"/>
              </a:buClr>
              <a:buSzPts val="1300"/>
              <a:buFont typeface="Arial"/>
              <a:buNone/>
              <a:defRPr b="0" i="0" sz="1300">
                <a:solidFill>
                  <a:srgbClr val="0E2D69"/>
                </a:solidFill>
                <a:latin typeface="Arial"/>
                <a:ea typeface="Arial"/>
                <a:cs typeface="Arial"/>
                <a:sym typeface="Arial"/>
              </a:defRPr>
            </a:lvl2pPr>
            <a:lvl3pPr indent="-228600" lvl="2" marL="1371600" algn="l">
              <a:lnSpc>
                <a:spcPct val="100000"/>
              </a:lnSpc>
              <a:spcBef>
                <a:spcPts val="1000"/>
              </a:spcBef>
              <a:spcAft>
                <a:spcPts val="0"/>
              </a:spcAft>
              <a:buClr>
                <a:srgbClr val="0E2D69"/>
              </a:buClr>
              <a:buSzPts val="1300"/>
              <a:buFont typeface="Arial"/>
              <a:buNone/>
              <a:defRPr b="0" i="0" sz="1300">
                <a:solidFill>
                  <a:srgbClr val="0E2D69"/>
                </a:solidFill>
                <a:latin typeface="Arial"/>
                <a:ea typeface="Arial"/>
                <a:cs typeface="Arial"/>
                <a:sym typeface="Arial"/>
              </a:defRPr>
            </a:lvl3pPr>
            <a:lvl4pPr indent="-228600" lvl="3" marL="1828800" algn="l">
              <a:lnSpc>
                <a:spcPct val="100000"/>
              </a:lnSpc>
              <a:spcBef>
                <a:spcPts val="1000"/>
              </a:spcBef>
              <a:spcAft>
                <a:spcPts val="0"/>
              </a:spcAft>
              <a:buClr>
                <a:srgbClr val="0E2D69"/>
              </a:buClr>
              <a:buSzPts val="1300"/>
              <a:buFont typeface="Arial"/>
              <a:buNone/>
              <a:defRPr b="0" i="0" sz="1300">
                <a:solidFill>
                  <a:srgbClr val="0E2D69"/>
                </a:solidFill>
                <a:latin typeface="Arial"/>
                <a:ea typeface="Arial"/>
                <a:cs typeface="Arial"/>
                <a:sym typeface="Arial"/>
              </a:defRPr>
            </a:lvl4pPr>
            <a:lvl5pPr indent="-228600" lvl="4" marL="2286000" algn="l">
              <a:lnSpc>
                <a:spcPct val="100000"/>
              </a:lnSpc>
              <a:spcBef>
                <a:spcPts val="1000"/>
              </a:spcBef>
              <a:spcAft>
                <a:spcPts val="0"/>
              </a:spcAft>
              <a:buClr>
                <a:srgbClr val="0E2D69"/>
              </a:buClr>
              <a:buSzPts val="1300"/>
              <a:buFont typeface="Arial"/>
              <a:buNone/>
              <a:defRPr b="0" i="0" sz="1300">
                <a:solidFill>
                  <a:srgbClr val="0E2D69"/>
                </a:solidFill>
                <a:latin typeface="Arial"/>
                <a:ea typeface="Arial"/>
                <a:cs typeface="Arial"/>
                <a:sym typeface="Aria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7" name="Google Shape;107;p9"/>
          <p:cNvSpPr txBox="1"/>
          <p:nvPr>
            <p:ph idx="5" type="body"/>
          </p:nvPr>
        </p:nvSpPr>
        <p:spPr>
          <a:xfrm>
            <a:off x="4047007" y="4103994"/>
            <a:ext cx="2757612" cy="1569661"/>
          </a:xfrm>
          <a:prstGeom prst="rect">
            <a:avLst/>
          </a:prstGeom>
          <a:noFill/>
          <a:ln>
            <a:noFill/>
          </a:ln>
        </p:spPr>
        <p:txBody>
          <a:bodyPr anchorCtr="0" anchor="t" bIns="45700" lIns="0" spcFirstLastPara="1" rIns="0" wrap="square" tIns="0">
            <a:normAutofit/>
          </a:bodyPr>
          <a:lstStyle>
            <a:lvl1pPr indent="-228600" lvl="0" marL="457200" marR="0" algn="l">
              <a:lnSpc>
                <a:spcPct val="100000"/>
              </a:lnSpc>
              <a:spcBef>
                <a:spcPts val="1000"/>
              </a:spcBef>
              <a:spcAft>
                <a:spcPts val="0"/>
              </a:spcAft>
              <a:buClr>
                <a:srgbClr val="0E2D69"/>
              </a:buClr>
              <a:buSzPts val="1300"/>
              <a:buFont typeface="Arial"/>
              <a:buNone/>
              <a:defRPr b="0" i="0" sz="1300">
                <a:solidFill>
                  <a:srgbClr val="0E2D69"/>
                </a:solidFill>
                <a:latin typeface="Arial"/>
                <a:ea typeface="Arial"/>
                <a:cs typeface="Arial"/>
                <a:sym typeface="Arial"/>
              </a:defRPr>
            </a:lvl1pPr>
            <a:lvl2pPr indent="-228600" lvl="1" marL="914400" algn="l">
              <a:lnSpc>
                <a:spcPct val="100000"/>
              </a:lnSpc>
              <a:spcBef>
                <a:spcPts val="1000"/>
              </a:spcBef>
              <a:spcAft>
                <a:spcPts val="0"/>
              </a:spcAft>
              <a:buClr>
                <a:srgbClr val="0E2D69"/>
              </a:buClr>
              <a:buSzPts val="1300"/>
              <a:buFont typeface="Arial"/>
              <a:buNone/>
              <a:defRPr b="0" i="0" sz="1300">
                <a:solidFill>
                  <a:srgbClr val="0E2D69"/>
                </a:solidFill>
                <a:latin typeface="Arial"/>
                <a:ea typeface="Arial"/>
                <a:cs typeface="Arial"/>
                <a:sym typeface="Arial"/>
              </a:defRPr>
            </a:lvl2pPr>
            <a:lvl3pPr indent="-228600" lvl="2" marL="1371600" algn="l">
              <a:lnSpc>
                <a:spcPct val="100000"/>
              </a:lnSpc>
              <a:spcBef>
                <a:spcPts val="1000"/>
              </a:spcBef>
              <a:spcAft>
                <a:spcPts val="0"/>
              </a:spcAft>
              <a:buClr>
                <a:srgbClr val="0E2D69"/>
              </a:buClr>
              <a:buSzPts val="1300"/>
              <a:buFont typeface="Arial"/>
              <a:buNone/>
              <a:defRPr b="0" i="0" sz="1300">
                <a:solidFill>
                  <a:srgbClr val="0E2D69"/>
                </a:solidFill>
                <a:latin typeface="Arial"/>
                <a:ea typeface="Arial"/>
                <a:cs typeface="Arial"/>
                <a:sym typeface="Arial"/>
              </a:defRPr>
            </a:lvl3pPr>
            <a:lvl4pPr indent="-228600" lvl="3" marL="1828800" algn="l">
              <a:lnSpc>
                <a:spcPct val="100000"/>
              </a:lnSpc>
              <a:spcBef>
                <a:spcPts val="1000"/>
              </a:spcBef>
              <a:spcAft>
                <a:spcPts val="0"/>
              </a:spcAft>
              <a:buClr>
                <a:srgbClr val="0E2D69"/>
              </a:buClr>
              <a:buSzPts val="1300"/>
              <a:buFont typeface="Arial"/>
              <a:buNone/>
              <a:defRPr b="0" i="0" sz="1300">
                <a:solidFill>
                  <a:srgbClr val="0E2D69"/>
                </a:solidFill>
                <a:latin typeface="Arial"/>
                <a:ea typeface="Arial"/>
                <a:cs typeface="Arial"/>
                <a:sym typeface="Arial"/>
              </a:defRPr>
            </a:lvl4pPr>
            <a:lvl5pPr indent="-228600" lvl="4" marL="2286000" algn="l">
              <a:lnSpc>
                <a:spcPct val="100000"/>
              </a:lnSpc>
              <a:spcBef>
                <a:spcPts val="1000"/>
              </a:spcBef>
              <a:spcAft>
                <a:spcPts val="0"/>
              </a:spcAft>
              <a:buClr>
                <a:srgbClr val="0E2D69"/>
              </a:buClr>
              <a:buSzPts val="1300"/>
              <a:buFont typeface="Arial"/>
              <a:buNone/>
              <a:defRPr b="0" i="0" sz="1300">
                <a:solidFill>
                  <a:srgbClr val="0E2D69"/>
                </a:solidFill>
                <a:latin typeface="Arial"/>
                <a:ea typeface="Arial"/>
                <a:cs typeface="Arial"/>
                <a:sym typeface="Aria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8" name="Google Shape;108;p9"/>
          <p:cNvSpPr txBox="1"/>
          <p:nvPr>
            <p:ph idx="6" type="body"/>
          </p:nvPr>
        </p:nvSpPr>
        <p:spPr>
          <a:xfrm>
            <a:off x="7518938" y="4103994"/>
            <a:ext cx="2757612" cy="1569661"/>
          </a:xfrm>
          <a:prstGeom prst="rect">
            <a:avLst/>
          </a:prstGeom>
          <a:noFill/>
          <a:ln>
            <a:noFill/>
          </a:ln>
        </p:spPr>
        <p:txBody>
          <a:bodyPr anchorCtr="0" anchor="t" bIns="45700" lIns="0" spcFirstLastPara="1" rIns="0" wrap="square" tIns="0">
            <a:normAutofit/>
          </a:bodyPr>
          <a:lstStyle>
            <a:lvl1pPr indent="-228600" lvl="0" marL="457200" marR="0" algn="l">
              <a:lnSpc>
                <a:spcPct val="100000"/>
              </a:lnSpc>
              <a:spcBef>
                <a:spcPts val="1000"/>
              </a:spcBef>
              <a:spcAft>
                <a:spcPts val="0"/>
              </a:spcAft>
              <a:buClr>
                <a:srgbClr val="0E2D69"/>
              </a:buClr>
              <a:buSzPts val="1300"/>
              <a:buFont typeface="Arial"/>
              <a:buNone/>
              <a:defRPr b="0" i="0" sz="1300">
                <a:solidFill>
                  <a:srgbClr val="0E2D69"/>
                </a:solidFill>
                <a:latin typeface="Arial"/>
                <a:ea typeface="Arial"/>
                <a:cs typeface="Arial"/>
                <a:sym typeface="Arial"/>
              </a:defRPr>
            </a:lvl1pPr>
            <a:lvl2pPr indent="-228600" lvl="1" marL="914400" algn="l">
              <a:lnSpc>
                <a:spcPct val="100000"/>
              </a:lnSpc>
              <a:spcBef>
                <a:spcPts val="1000"/>
              </a:spcBef>
              <a:spcAft>
                <a:spcPts val="0"/>
              </a:spcAft>
              <a:buClr>
                <a:srgbClr val="0E2D69"/>
              </a:buClr>
              <a:buSzPts val="1300"/>
              <a:buFont typeface="Arial"/>
              <a:buNone/>
              <a:defRPr b="0" i="0" sz="1300">
                <a:solidFill>
                  <a:srgbClr val="0E2D69"/>
                </a:solidFill>
                <a:latin typeface="Arial"/>
                <a:ea typeface="Arial"/>
                <a:cs typeface="Arial"/>
                <a:sym typeface="Arial"/>
              </a:defRPr>
            </a:lvl2pPr>
            <a:lvl3pPr indent="-228600" lvl="2" marL="1371600" algn="l">
              <a:lnSpc>
                <a:spcPct val="100000"/>
              </a:lnSpc>
              <a:spcBef>
                <a:spcPts val="1000"/>
              </a:spcBef>
              <a:spcAft>
                <a:spcPts val="0"/>
              </a:spcAft>
              <a:buClr>
                <a:srgbClr val="0E2D69"/>
              </a:buClr>
              <a:buSzPts val="1300"/>
              <a:buFont typeface="Arial"/>
              <a:buNone/>
              <a:defRPr b="0" i="0" sz="1300">
                <a:solidFill>
                  <a:srgbClr val="0E2D69"/>
                </a:solidFill>
                <a:latin typeface="Arial"/>
                <a:ea typeface="Arial"/>
                <a:cs typeface="Arial"/>
                <a:sym typeface="Arial"/>
              </a:defRPr>
            </a:lvl3pPr>
            <a:lvl4pPr indent="-228600" lvl="3" marL="1828800" algn="l">
              <a:lnSpc>
                <a:spcPct val="100000"/>
              </a:lnSpc>
              <a:spcBef>
                <a:spcPts val="1000"/>
              </a:spcBef>
              <a:spcAft>
                <a:spcPts val="0"/>
              </a:spcAft>
              <a:buClr>
                <a:srgbClr val="0E2D69"/>
              </a:buClr>
              <a:buSzPts val="1300"/>
              <a:buFont typeface="Arial"/>
              <a:buNone/>
              <a:defRPr b="0" i="0" sz="1300">
                <a:solidFill>
                  <a:srgbClr val="0E2D69"/>
                </a:solidFill>
                <a:latin typeface="Arial"/>
                <a:ea typeface="Arial"/>
                <a:cs typeface="Arial"/>
                <a:sym typeface="Arial"/>
              </a:defRPr>
            </a:lvl4pPr>
            <a:lvl5pPr indent="-228600" lvl="4" marL="2286000" algn="l">
              <a:lnSpc>
                <a:spcPct val="100000"/>
              </a:lnSpc>
              <a:spcBef>
                <a:spcPts val="1000"/>
              </a:spcBef>
              <a:spcAft>
                <a:spcPts val="0"/>
              </a:spcAft>
              <a:buClr>
                <a:srgbClr val="0E2D69"/>
              </a:buClr>
              <a:buSzPts val="1300"/>
              <a:buFont typeface="Arial"/>
              <a:buNone/>
              <a:defRPr b="0" i="0" sz="1300">
                <a:solidFill>
                  <a:srgbClr val="0E2D69"/>
                </a:solidFill>
                <a:latin typeface="Arial"/>
                <a:ea typeface="Arial"/>
                <a:cs typeface="Arial"/>
                <a:sym typeface="Aria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9" name="Google Shape;109;p9"/>
          <p:cNvSpPr txBox="1"/>
          <p:nvPr>
            <p:ph idx="7" type="body"/>
          </p:nvPr>
        </p:nvSpPr>
        <p:spPr>
          <a:xfrm>
            <a:off x="575076" y="2710235"/>
            <a:ext cx="2758143" cy="1164116"/>
          </a:xfrm>
          <a:prstGeom prst="rect">
            <a:avLst/>
          </a:prstGeom>
          <a:noFill/>
          <a:ln>
            <a:noFill/>
          </a:ln>
        </p:spPr>
        <p:txBody>
          <a:bodyPr anchorCtr="0" anchor="t" bIns="0" lIns="0" spcFirstLastPara="1" rIns="0" wrap="square" tIns="0">
            <a:noAutofit/>
          </a:bodyPr>
          <a:lstStyle>
            <a:lvl1pPr indent="-228600" lvl="0" marL="457200" algn="l">
              <a:lnSpc>
                <a:spcPct val="90000"/>
              </a:lnSpc>
              <a:spcBef>
                <a:spcPts val="1000"/>
              </a:spcBef>
              <a:spcAft>
                <a:spcPts val="0"/>
              </a:spcAft>
              <a:buClr>
                <a:schemeClr val="dk1"/>
              </a:buClr>
              <a:buSzPts val="9600"/>
              <a:buNone/>
              <a:defRPr sz="9600">
                <a:latin typeface="Arial"/>
                <a:ea typeface="Arial"/>
                <a:cs typeface="Arial"/>
                <a:sym typeface="Arial"/>
              </a:defRPr>
            </a:lvl1pPr>
            <a:lvl2pPr indent="-838200" lvl="1" marL="914400" algn="l">
              <a:lnSpc>
                <a:spcPct val="90000"/>
              </a:lnSpc>
              <a:spcBef>
                <a:spcPts val="500"/>
              </a:spcBef>
              <a:spcAft>
                <a:spcPts val="0"/>
              </a:spcAft>
              <a:buClr>
                <a:schemeClr val="dk1"/>
              </a:buClr>
              <a:buSzPts val="9600"/>
              <a:buChar char="•"/>
              <a:defRPr sz="9600">
                <a:latin typeface="Arial"/>
                <a:ea typeface="Arial"/>
                <a:cs typeface="Arial"/>
                <a:sym typeface="Arial"/>
              </a:defRPr>
            </a:lvl2pPr>
            <a:lvl3pPr indent="-838200" lvl="2" marL="1371600" algn="l">
              <a:lnSpc>
                <a:spcPct val="90000"/>
              </a:lnSpc>
              <a:spcBef>
                <a:spcPts val="500"/>
              </a:spcBef>
              <a:spcAft>
                <a:spcPts val="0"/>
              </a:spcAft>
              <a:buClr>
                <a:schemeClr val="dk1"/>
              </a:buClr>
              <a:buSzPts val="9600"/>
              <a:buChar char="•"/>
              <a:defRPr sz="9600">
                <a:latin typeface="Arial"/>
                <a:ea typeface="Arial"/>
                <a:cs typeface="Arial"/>
                <a:sym typeface="Arial"/>
              </a:defRPr>
            </a:lvl3pPr>
            <a:lvl4pPr indent="-838200" lvl="3" marL="1828800" algn="l">
              <a:lnSpc>
                <a:spcPct val="90000"/>
              </a:lnSpc>
              <a:spcBef>
                <a:spcPts val="500"/>
              </a:spcBef>
              <a:spcAft>
                <a:spcPts val="0"/>
              </a:spcAft>
              <a:buClr>
                <a:schemeClr val="dk1"/>
              </a:buClr>
              <a:buSzPts val="9600"/>
              <a:buChar char="•"/>
              <a:defRPr sz="9600">
                <a:latin typeface="Arial"/>
                <a:ea typeface="Arial"/>
                <a:cs typeface="Arial"/>
                <a:sym typeface="Arial"/>
              </a:defRPr>
            </a:lvl4pPr>
            <a:lvl5pPr indent="-838200" lvl="4" marL="2286000" algn="l">
              <a:lnSpc>
                <a:spcPct val="90000"/>
              </a:lnSpc>
              <a:spcBef>
                <a:spcPts val="500"/>
              </a:spcBef>
              <a:spcAft>
                <a:spcPts val="0"/>
              </a:spcAft>
              <a:buClr>
                <a:schemeClr val="dk1"/>
              </a:buClr>
              <a:buSzPts val="9600"/>
              <a:buChar char="•"/>
              <a:defRPr sz="9600">
                <a:latin typeface="Arial"/>
                <a:ea typeface="Arial"/>
                <a:cs typeface="Arial"/>
                <a:sym typeface="Aria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10" name="Google Shape;110;p9"/>
          <p:cNvSpPr txBox="1"/>
          <p:nvPr>
            <p:ph idx="8" type="body"/>
          </p:nvPr>
        </p:nvSpPr>
        <p:spPr>
          <a:xfrm>
            <a:off x="4047007" y="2710235"/>
            <a:ext cx="2758143" cy="1164116"/>
          </a:xfrm>
          <a:prstGeom prst="rect">
            <a:avLst/>
          </a:prstGeom>
          <a:noFill/>
          <a:ln>
            <a:noFill/>
          </a:ln>
        </p:spPr>
        <p:txBody>
          <a:bodyPr anchorCtr="0" anchor="t" bIns="0" lIns="0" spcFirstLastPara="1" rIns="0" wrap="square" tIns="0">
            <a:noAutofit/>
          </a:bodyPr>
          <a:lstStyle>
            <a:lvl1pPr indent="-228600" lvl="0" marL="457200" algn="l">
              <a:lnSpc>
                <a:spcPct val="90000"/>
              </a:lnSpc>
              <a:spcBef>
                <a:spcPts val="1000"/>
              </a:spcBef>
              <a:spcAft>
                <a:spcPts val="0"/>
              </a:spcAft>
              <a:buClr>
                <a:schemeClr val="dk1"/>
              </a:buClr>
              <a:buSzPts val="9600"/>
              <a:buNone/>
              <a:defRPr sz="9600">
                <a:latin typeface="Arial"/>
                <a:ea typeface="Arial"/>
                <a:cs typeface="Arial"/>
                <a:sym typeface="Arial"/>
              </a:defRPr>
            </a:lvl1pPr>
            <a:lvl2pPr indent="-838200" lvl="1" marL="914400" algn="l">
              <a:lnSpc>
                <a:spcPct val="90000"/>
              </a:lnSpc>
              <a:spcBef>
                <a:spcPts val="500"/>
              </a:spcBef>
              <a:spcAft>
                <a:spcPts val="0"/>
              </a:spcAft>
              <a:buClr>
                <a:schemeClr val="dk1"/>
              </a:buClr>
              <a:buSzPts val="9600"/>
              <a:buChar char="•"/>
              <a:defRPr sz="9600">
                <a:latin typeface="Arial"/>
                <a:ea typeface="Arial"/>
                <a:cs typeface="Arial"/>
                <a:sym typeface="Arial"/>
              </a:defRPr>
            </a:lvl2pPr>
            <a:lvl3pPr indent="-838200" lvl="2" marL="1371600" algn="l">
              <a:lnSpc>
                <a:spcPct val="90000"/>
              </a:lnSpc>
              <a:spcBef>
                <a:spcPts val="500"/>
              </a:spcBef>
              <a:spcAft>
                <a:spcPts val="0"/>
              </a:spcAft>
              <a:buClr>
                <a:schemeClr val="dk1"/>
              </a:buClr>
              <a:buSzPts val="9600"/>
              <a:buChar char="•"/>
              <a:defRPr sz="9600">
                <a:latin typeface="Arial"/>
                <a:ea typeface="Arial"/>
                <a:cs typeface="Arial"/>
                <a:sym typeface="Arial"/>
              </a:defRPr>
            </a:lvl3pPr>
            <a:lvl4pPr indent="-838200" lvl="3" marL="1828800" algn="l">
              <a:lnSpc>
                <a:spcPct val="90000"/>
              </a:lnSpc>
              <a:spcBef>
                <a:spcPts val="500"/>
              </a:spcBef>
              <a:spcAft>
                <a:spcPts val="0"/>
              </a:spcAft>
              <a:buClr>
                <a:schemeClr val="dk1"/>
              </a:buClr>
              <a:buSzPts val="9600"/>
              <a:buChar char="•"/>
              <a:defRPr sz="9600">
                <a:latin typeface="Arial"/>
                <a:ea typeface="Arial"/>
                <a:cs typeface="Arial"/>
                <a:sym typeface="Arial"/>
              </a:defRPr>
            </a:lvl4pPr>
            <a:lvl5pPr indent="-838200" lvl="4" marL="2286000" algn="l">
              <a:lnSpc>
                <a:spcPct val="90000"/>
              </a:lnSpc>
              <a:spcBef>
                <a:spcPts val="500"/>
              </a:spcBef>
              <a:spcAft>
                <a:spcPts val="0"/>
              </a:spcAft>
              <a:buClr>
                <a:schemeClr val="dk1"/>
              </a:buClr>
              <a:buSzPts val="9600"/>
              <a:buChar char="•"/>
              <a:defRPr sz="9600">
                <a:latin typeface="Arial"/>
                <a:ea typeface="Arial"/>
                <a:cs typeface="Arial"/>
                <a:sym typeface="Aria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11" name="Google Shape;111;p9"/>
          <p:cNvSpPr txBox="1"/>
          <p:nvPr>
            <p:ph idx="9" type="body"/>
          </p:nvPr>
        </p:nvSpPr>
        <p:spPr>
          <a:xfrm>
            <a:off x="7518938" y="2710235"/>
            <a:ext cx="2758143" cy="1164116"/>
          </a:xfrm>
          <a:prstGeom prst="rect">
            <a:avLst/>
          </a:prstGeom>
          <a:noFill/>
          <a:ln>
            <a:noFill/>
          </a:ln>
        </p:spPr>
        <p:txBody>
          <a:bodyPr anchorCtr="0" anchor="t" bIns="0" lIns="0" spcFirstLastPara="1" rIns="0" wrap="square" tIns="0">
            <a:noAutofit/>
          </a:bodyPr>
          <a:lstStyle>
            <a:lvl1pPr indent="-228600" lvl="0" marL="457200" algn="l">
              <a:lnSpc>
                <a:spcPct val="90000"/>
              </a:lnSpc>
              <a:spcBef>
                <a:spcPts val="1000"/>
              </a:spcBef>
              <a:spcAft>
                <a:spcPts val="0"/>
              </a:spcAft>
              <a:buClr>
                <a:schemeClr val="dk1"/>
              </a:buClr>
              <a:buSzPts val="9600"/>
              <a:buNone/>
              <a:defRPr sz="9600">
                <a:latin typeface="Arial"/>
                <a:ea typeface="Arial"/>
                <a:cs typeface="Arial"/>
                <a:sym typeface="Arial"/>
              </a:defRPr>
            </a:lvl1pPr>
            <a:lvl2pPr indent="-838200" lvl="1" marL="914400" algn="l">
              <a:lnSpc>
                <a:spcPct val="90000"/>
              </a:lnSpc>
              <a:spcBef>
                <a:spcPts val="500"/>
              </a:spcBef>
              <a:spcAft>
                <a:spcPts val="0"/>
              </a:spcAft>
              <a:buClr>
                <a:schemeClr val="dk1"/>
              </a:buClr>
              <a:buSzPts val="9600"/>
              <a:buChar char="•"/>
              <a:defRPr sz="9600">
                <a:latin typeface="Arial"/>
                <a:ea typeface="Arial"/>
                <a:cs typeface="Arial"/>
                <a:sym typeface="Arial"/>
              </a:defRPr>
            </a:lvl2pPr>
            <a:lvl3pPr indent="-838200" lvl="2" marL="1371600" algn="l">
              <a:lnSpc>
                <a:spcPct val="90000"/>
              </a:lnSpc>
              <a:spcBef>
                <a:spcPts val="500"/>
              </a:spcBef>
              <a:spcAft>
                <a:spcPts val="0"/>
              </a:spcAft>
              <a:buClr>
                <a:schemeClr val="dk1"/>
              </a:buClr>
              <a:buSzPts val="9600"/>
              <a:buChar char="•"/>
              <a:defRPr sz="9600">
                <a:latin typeface="Arial"/>
                <a:ea typeface="Arial"/>
                <a:cs typeface="Arial"/>
                <a:sym typeface="Arial"/>
              </a:defRPr>
            </a:lvl3pPr>
            <a:lvl4pPr indent="-838200" lvl="3" marL="1828800" algn="l">
              <a:lnSpc>
                <a:spcPct val="90000"/>
              </a:lnSpc>
              <a:spcBef>
                <a:spcPts val="500"/>
              </a:spcBef>
              <a:spcAft>
                <a:spcPts val="0"/>
              </a:spcAft>
              <a:buClr>
                <a:schemeClr val="dk1"/>
              </a:buClr>
              <a:buSzPts val="9600"/>
              <a:buChar char="•"/>
              <a:defRPr sz="9600">
                <a:latin typeface="Arial"/>
                <a:ea typeface="Arial"/>
                <a:cs typeface="Arial"/>
                <a:sym typeface="Arial"/>
              </a:defRPr>
            </a:lvl4pPr>
            <a:lvl5pPr indent="-838200" lvl="4" marL="2286000" algn="l">
              <a:lnSpc>
                <a:spcPct val="90000"/>
              </a:lnSpc>
              <a:spcBef>
                <a:spcPts val="500"/>
              </a:spcBef>
              <a:spcAft>
                <a:spcPts val="0"/>
              </a:spcAft>
              <a:buClr>
                <a:schemeClr val="dk1"/>
              </a:buClr>
              <a:buSzPts val="9600"/>
              <a:buChar char="•"/>
              <a:defRPr sz="9600">
                <a:latin typeface="Arial"/>
                <a:ea typeface="Arial"/>
                <a:cs typeface="Arial"/>
                <a:sym typeface="Aria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Таблица_1">
  <p:cSld name="Таблица_1">
    <p:bg>
      <p:bgPr>
        <a:blipFill>
          <a:blip r:embed="rId2">
            <a:alphaModFix/>
          </a:blip>
          <a:stretch>
            <a:fillRect/>
          </a:stretch>
        </a:blipFill>
      </p:bgPr>
    </p:bg>
    <p:spTree>
      <p:nvGrpSpPr>
        <p:cNvPr id="112" name="Shape 112"/>
        <p:cNvGrpSpPr/>
        <p:nvPr/>
      </p:nvGrpSpPr>
      <p:grpSpPr>
        <a:xfrm>
          <a:off x="0" y="0"/>
          <a:ext cx="0" cy="0"/>
          <a:chOff x="0" y="0"/>
          <a:chExt cx="0" cy="0"/>
        </a:xfrm>
      </p:grpSpPr>
      <p:pic>
        <p:nvPicPr>
          <p:cNvPr descr="Icon&#10;&#10;Description automatically generated" id="113" name="Google Shape;113;p10"/>
          <p:cNvPicPr preferRelativeResize="0"/>
          <p:nvPr/>
        </p:nvPicPr>
        <p:blipFill rotWithShape="1">
          <a:blip r:embed="rId3">
            <a:alphaModFix/>
          </a:blip>
          <a:srcRect b="0" l="0" r="0" t="0"/>
          <a:stretch/>
        </p:blipFill>
        <p:spPr>
          <a:xfrm>
            <a:off x="517199" y="464363"/>
            <a:ext cx="448276" cy="448276"/>
          </a:xfrm>
          <a:prstGeom prst="rect">
            <a:avLst/>
          </a:prstGeom>
          <a:noFill/>
          <a:ln>
            <a:noFill/>
          </a:ln>
        </p:spPr>
      </p:pic>
      <p:cxnSp>
        <p:nvCxnSpPr>
          <p:cNvPr id="114" name="Google Shape;114;p10"/>
          <p:cNvCxnSpPr/>
          <p:nvPr/>
        </p:nvCxnSpPr>
        <p:spPr>
          <a:xfrm>
            <a:off x="3298686" y="464363"/>
            <a:ext cx="0" cy="586260"/>
          </a:xfrm>
          <a:prstGeom prst="straightConnector1">
            <a:avLst/>
          </a:prstGeom>
          <a:noFill/>
          <a:ln cap="flat" cmpd="sng" w="12700">
            <a:solidFill>
              <a:srgbClr val="102D69"/>
            </a:solidFill>
            <a:prstDash val="solid"/>
            <a:miter lim="800000"/>
            <a:headEnd len="sm" w="sm" type="none"/>
            <a:tailEnd len="sm" w="sm" type="none"/>
          </a:ln>
        </p:spPr>
      </p:cxnSp>
      <p:cxnSp>
        <p:nvCxnSpPr>
          <p:cNvPr id="115" name="Google Shape;115;p10"/>
          <p:cNvCxnSpPr/>
          <p:nvPr/>
        </p:nvCxnSpPr>
        <p:spPr>
          <a:xfrm>
            <a:off x="6099416" y="464363"/>
            <a:ext cx="0" cy="586260"/>
          </a:xfrm>
          <a:prstGeom prst="straightConnector1">
            <a:avLst/>
          </a:prstGeom>
          <a:noFill/>
          <a:ln cap="flat" cmpd="sng" w="12700">
            <a:solidFill>
              <a:srgbClr val="102D69"/>
            </a:solidFill>
            <a:prstDash val="solid"/>
            <a:miter lim="800000"/>
            <a:headEnd len="sm" w="sm" type="none"/>
            <a:tailEnd len="sm" w="sm" type="none"/>
          </a:ln>
        </p:spPr>
      </p:cxnSp>
      <p:cxnSp>
        <p:nvCxnSpPr>
          <p:cNvPr id="116" name="Google Shape;116;p10"/>
          <p:cNvCxnSpPr/>
          <p:nvPr/>
        </p:nvCxnSpPr>
        <p:spPr>
          <a:xfrm>
            <a:off x="10277081" y="464363"/>
            <a:ext cx="0" cy="586260"/>
          </a:xfrm>
          <a:prstGeom prst="straightConnector1">
            <a:avLst/>
          </a:prstGeom>
          <a:noFill/>
          <a:ln cap="flat" cmpd="sng" w="12700">
            <a:solidFill>
              <a:srgbClr val="102D69"/>
            </a:solidFill>
            <a:prstDash val="solid"/>
            <a:miter lim="800000"/>
            <a:headEnd len="sm" w="sm" type="none"/>
            <a:tailEnd len="sm" w="sm" type="none"/>
          </a:ln>
        </p:spPr>
      </p:cxnSp>
      <p:sp>
        <p:nvSpPr>
          <p:cNvPr id="117" name="Google Shape;117;p10"/>
          <p:cNvSpPr txBox="1"/>
          <p:nvPr/>
        </p:nvSpPr>
        <p:spPr>
          <a:xfrm>
            <a:off x="10410201" y="532278"/>
            <a:ext cx="671977" cy="307777"/>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fld id="{00000000-1234-1234-1234-123412341234}" type="slidenum">
              <a:rPr lang="ru-RU" sz="2000">
                <a:solidFill>
                  <a:srgbClr val="102D69"/>
                </a:solidFill>
                <a:latin typeface="Arial"/>
                <a:ea typeface="Arial"/>
                <a:cs typeface="Arial"/>
                <a:sym typeface="Arial"/>
              </a:rPr>
              <a:t>‹#›</a:t>
            </a:fld>
            <a:endParaRPr sz="2000">
              <a:solidFill>
                <a:srgbClr val="102D69"/>
              </a:solidFill>
              <a:latin typeface="Arial"/>
              <a:ea typeface="Arial"/>
              <a:cs typeface="Arial"/>
              <a:sym typeface="Arial"/>
            </a:endParaRPr>
          </a:p>
        </p:txBody>
      </p:sp>
      <p:cxnSp>
        <p:nvCxnSpPr>
          <p:cNvPr id="118" name="Google Shape;118;p10"/>
          <p:cNvCxnSpPr/>
          <p:nvPr/>
        </p:nvCxnSpPr>
        <p:spPr>
          <a:xfrm>
            <a:off x="11643868" y="464363"/>
            <a:ext cx="0" cy="586260"/>
          </a:xfrm>
          <a:prstGeom prst="straightConnector1">
            <a:avLst/>
          </a:prstGeom>
          <a:noFill/>
          <a:ln cap="flat" cmpd="sng" w="12700">
            <a:solidFill>
              <a:srgbClr val="102D69"/>
            </a:solidFill>
            <a:prstDash val="solid"/>
            <a:miter lim="800000"/>
            <a:headEnd len="sm" w="sm" type="none"/>
            <a:tailEnd len="sm" w="sm" type="none"/>
          </a:ln>
        </p:spPr>
      </p:cxnSp>
      <p:sp>
        <p:nvSpPr>
          <p:cNvPr id="119" name="Google Shape;119;p10"/>
          <p:cNvSpPr txBox="1"/>
          <p:nvPr>
            <p:ph idx="1" type="body"/>
          </p:nvPr>
        </p:nvSpPr>
        <p:spPr>
          <a:xfrm>
            <a:off x="1143689" y="540904"/>
            <a:ext cx="1901825" cy="415925"/>
          </a:xfrm>
          <a:prstGeom prst="rect">
            <a:avLst/>
          </a:prstGeom>
          <a:noFill/>
          <a:ln>
            <a:noFill/>
          </a:ln>
        </p:spPr>
        <p:txBody>
          <a:bodyPr anchorCtr="0" anchor="t" bIns="0" lIns="0" spcFirstLastPara="1" rIns="0" wrap="square" tIns="0">
            <a:noAutofit/>
          </a:bodyPr>
          <a:lstStyle>
            <a:lvl1pPr indent="-228600" lvl="0" marL="457200" marR="0" algn="l">
              <a:lnSpc>
                <a:spcPct val="100000"/>
              </a:lnSpc>
              <a:spcBef>
                <a:spcPts val="0"/>
              </a:spcBef>
              <a:spcAft>
                <a:spcPts val="0"/>
              </a:spcAft>
              <a:buClr>
                <a:schemeClr val="dk1"/>
              </a:buClr>
              <a:buSzPts val="1000"/>
              <a:buFont typeface="Arial"/>
              <a:buNone/>
              <a:defRPr b="0" i="0" sz="1000">
                <a:latin typeface="Arial"/>
                <a:ea typeface="Arial"/>
                <a:cs typeface="Arial"/>
                <a:sym typeface="Arial"/>
              </a:defRPr>
            </a:lvl1pPr>
            <a:lvl2pPr indent="-228600" lvl="1" marL="914400" algn="l">
              <a:lnSpc>
                <a:spcPct val="100000"/>
              </a:lnSpc>
              <a:spcBef>
                <a:spcPts val="500"/>
              </a:spcBef>
              <a:spcAft>
                <a:spcPts val="0"/>
              </a:spcAft>
              <a:buClr>
                <a:schemeClr val="dk1"/>
              </a:buClr>
              <a:buSzPts val="1000"/>
              <a:buNone/>
              <a:defRPr b="0" i="0" sz="1000">
                <a:latin typeface="Arial"/>
                <a:ea typeface="Arial"/>
                <a:cs typeface="Arial"/>
                <a:sym typeface="Arial"/>
              </a:defRPr>
            </a:lvl2pPr>
            <a:lvl3pPr indent="-228600" lvl="2" marL="1371600" algn="l">
              <a:lnSpc>
                <a:spcPct val="100000"/>
              </a:lnSpc>
              <a:spcBef>
                <a:spcPts val="500"/>
              </a:spcBef>
              <a:spcAft>
                <a:spcPts val="0"/>
              </a:spcAft>
              <a:buClr>
                <a:schemeClr val="dk1"/>
              </a:buClr>
              <a:buSzPts val="1000"/>
              <a:buNone/>
              <a:defRPr b="0" i="0" sz="1000">
                <a:latin typeface="Arial"/>
                <a:ea typeface="Arial"/>
                <a:cs typeface="Arial"/>
                <a:sym typeface="Arial"/>
              </a:defRPr>
            </a:lvl3pPr>
            <a:lvl4pPr indent="-228600" lvl="3" marL="1828800" algn="l">
              <a:lnSpc>
                <a:spcPct val="100000"/>
              </a:lnSpc>
              <a:spcBef>
                <a:spcPts val="500"/>
              </a:spcBef>
              <a:spcAft>
                <a:spcPts val="0"/>
              </a:spcAft>
              <a:buClr>
                <a:schemeClr val="dk1"/>
              </a:buClr>
              <a:buSzPts val="1000"/>
              <a:buNone/>
              <a:defRPr b="0" i="0" sz="1000">
                <a:latin typeface="Arial"/>
                <a:ea typeface="Arial"/>
                <a:cs typeface="Arial"/>
                <a:sym typeface="Arial"/>
              </a:defRPr>
            </a:lvl4pPr>
            <a:lvl5pPr indent="-228600" lvl="4" marL="2286000" algn="l">
              <a:lnSpc>
                <a:spcPct val="100000"/>
              </a:lnSpc>
              <a:spcBef>
                <a:spcPts val="500"/>
              </a:spcBef>
              <a:spcAft>
                <a:spcPts val="0"/>
              </a:spcAft>
              <a:buClr>
                <a:schemeClr val="dk1"/>
              </a:buClr>
              <a:buSzPts val="1000"/>
              <a:buNone/>
              <a:defRPr b="0" i="0" sz="1000">
                <a:latin typeface="Arial"/>
                <a:ea typeface="Arial"/>
                <a:cs typeface="Arial"/>
                <a:sym typeface="Aria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20" name="Google Shape;120;p10"/>
          <p:cNvSpPr txBox="1"/>
          <p:nvPr>
            <p:ph idx="2" type="body"/>
          </p:nvPr>
        </p:nvSpPr>
        <p:spPr>
          <a:xfrm>
            <a:off x="3459163" y="548720"/>
            <a:ext cx="2070100" cy="408109"/>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rgbClr val="0E2D69"/>
              </a:buClr>
              <a:buSzPts val="1000"/>
              <a:buNone/>
              <a:defRPr b="0" i="0" sz="1000">
                <a:solidFill>
                  <a:srgbClr val="0E2D69"/>
                </a:solidFill>
                <a:latin typeface="Arial"/>
                <a:ea typeface="Arial"/>
                <a:cs typeface="Arial"/>
                <a:sym typeface="Arial"/>
              </a:defRPr>
            </a:lvl1pPr>
            <a:lvl2pPr indent="-228600" lvl="1" marL="914400" algn="l">
              <a:lnSpc>
                <a:spcPct val="90000"/>
              </a:lnSpc>
              <a:spcBef>
                <a:spcPts val="500"/>
              </a:spcBef>
              <a:spcAft>
                <a:spcPts val="0"/>
              </a:spcAft>
              <a:buClr>
                <a:srgbClr val="0E2D69"/>
              </a:buClr>
              <a:buSzPts val="1000"/>
              <a:buNone/>
              <a:defRPr b="0" i="0" sz="1000">
                <a:solidFill>
                  <a:srgbClr val="0E2D69"/>
                </a:solidFill>
                <a:latin typeface="Arial"/>
                <a:ea typeface="Arial"/>
                <a:cs typeface="Arial"/>
                <a:sym typeface="Arial"/>
              </a:defRPr>
            </a:lvl2pPr>
            <a:lvl3pPr indent="-228600" lvl="2" marL="1371600" algn="l">
              <a:lnSpc>
                <a:spcPct val="90000"/>
              </a:lnSpc>
              <a:spcBef>
                <a:spcPts val="500"/>
              </a:spcBef>
              <a:spcAft>
                <a:spcPts val="0"/>
              </a:spcAft>
              <a:buClr>
                <a:srgbClr val="0E2D69"/>
              </a:buClr>
              <a:buSzPts val="1000"/>
              <a:buNone/>
              <a:defRPr b="0" i="0" sz="1000">
                <a:solidFill>
                  <a:srgbClr val="0E2D69"/>
                </a:solidFill>
                <a:latin typeface="Arial"/>
                <a:ea typeface="Arial"/>
                <a:cs typeface="Arial"/>
                <a:sym typeface="Arial"/>
              </a:defRPr>
            </a:lvl3pPr>
            <a:lvl4pPr indent="-228600" lvl="3" marL="1828800" algn="l">
              <a:lnSpc>
                <a:spcPct val="90000"/>
              </a:lnSpc>
              <a:spcBef>
                <a:spcPts val="500"/>
              </a:spcBef>
              <a:spcAft>
                <a:spcPts val="0"/>
              </a:spcAft>
              <a:buClr>
                <a:srgbClr val="0E2D69"/>
              </a:buClr>
              <a:buSzPts val="1000"/>
              <a:buNone/>
              <a:defRPr b="0" i="0" sz="1000">
                <a:solidFill>
                  <a:srgbClr val="0E2D69"/>
                </a:solidFill>
                <a:latin typeface="Arial"/>
                <a:ea typeface="Arial"/>
                <a:cs typeface="Arial"/>
                <a:sym typeface="Arial"/>
              </a:defRPr>
            </a:lvl4pPr>
            <a:lvl5pPr indent="-228600" lvl="4" marL="2286000" algn="l">
              <a:lnSpc>
                <a:spcPct val="90000"/>
              </a:lnSpc>
              <a:spcBef>
                <a:spcPts val="500"/>
              </a:spcBef>
              <a:spcAft>
                <a:spcPts val="0"/>
              </a:spcAft>
              <a:buClr>
                <a:srgbClr val="0E2D69"/>
              </a:buClr>
              <a:buSzPts val="1000"/>
              <a:buNone/>
              <a:defRPr b="0" i="0" sz="1000">
                <a:solidFill>
                  <a:srgbClr val="0E2D69"/>
                </a:solidFill>
                <a:latin typeface="Arial"/>
                <a:ea typeface="Arial"/>
                <a:cs typeface="Arial"/>
                <a:sym typeface="Aria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21" name="Google Shape;121;p10"/>
          <p:cNvSpPr txBox="1"/>
          <p:nvPr>
            <p:ph idx="3" type="body"/>
          </p:nvPr>
        </p:nvSpPr>
        <p:spPr>
          <a:xfrm>
            <a:off x="6259892" y="548720"/>
            <a:ext cx="2070100" cy="408109"/>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rgbClr val="0E2D69"/>
              </a:buClr>
              <a:buSzPts val="1000"/>
              <a:buNone/>
              <a:defRPr b="0" i="0" sz="1000">
                <a:solidFill>
                  <a:srgbClr val="0E2D69"/>
                </a:solidFill>
                <a:latin typeface="Arial"/>
                <a:ea typeface="Arial"/>
                <a:cs typeface="Arial"/>
                <a:sym typeface="Arial"/>
              </a:defRPr>
            </a:lvl1pPr>
            <a:lvl2pPr indent="-228600" lvl="1" marL="914400" algn="l">
              <a:lnSpc>
                <a:spcPct val="90000"/>
              </a:lnSpc>
              <a:spcBef>
                <a:spcPts val="500"/>
              </a:spcBef>
              <a:spcAft>
                <a:spcPts val="0"/>
              </a:spcAft>
              <a:buClr>
                <a:srgbClr val="0E2D69"/>
              </a:buClr>
              <a:buSzPts val="1000"/>
              <a:buNone/>
              <a:defRPr b="0" i="0" sz="1000">
                <a:solidFill>
                  <a:srgbClr val="0E2D69"/>
                </a:solidFill>
                <a:latin typeface="Arial"/>
                <a:ea typeface="Arial"/>
                <a:cs typeface="Arial"/>
                <a:sym typeface="Arial"/>
              </a:defRPr>
            </a:lvl2pPr>
            <a:lvl3pPr indent="-228600" lvl="2" marL="1371600" algn="l">
              <a:lnSpc>
                <a:spcPct val="90000"/>
              </a:lnSpc>
              <a:spcBef>
                <a:spcPts val="500"/>
              </a:spcBef>
              <a:spcAft>
                <a:spcPts val="0"/>
              </a:spcAft>
              <a:buClr>
                <a:srgbClr val="0E2D69"/>
              </a:buClr>
              <a:buSzPts val="1000"/>
              <a:buNone/>
              <a:defRPr b="0" i="0" sz="1000">
                <a:solidFill>
                  <a:srgbClr val="0E2D69"/>
                </a:solidFill>
                <a:latin typeface="Arial"/>
                <a:ea typeface="Arial"/>
                <a:cs typeface="Arial"/>
                <a:sym typeface="Arial"/>
              </a:defRPr>
            </a:lvl3pPr>
            <a:lvl4pPr indent="-228600" lvl="3" marL="1828800" algn="l">
              <a:lnSpc>
                <a:spcPct val="90000"/>
              </a:lnSpc>
              <a:spcBef>
                <a:spcPts val="500"/>
              </a:spcBef>
              <a:spcAft>
                <a:spcPts val="0"/>
              </a:spcAft>
              <a:buClr>
                <a:srgbClr val="0E2D69"/>
              </a:buClr>
              <a:buSzPts val="1000"/>
              <a:buNone/>
              <a:defRPr b="0" i="0" sz="1000">
                <a:solidFill>
                  <a:srgbClr val="0E2D69"/>
                </a:solidFill>
                <a:latin typeface="Arial"/>
                <a:ea typeface="Arial"/>
                <a:cs typeface="Arial"/>
                <a:sym typeface="Arial"/>
              </a:defRPr>
            </a:lvl4pPr>
            <a:lvl5pPr indent="-228600" lvl="4" marL="2286000" algn="l">
              <a:lnSpc>
                <a:spcPct val="90000"/>
              </a:lnSpc>
              <a:spcBef>
                <a:spcPts val="500"/>
              </a:spcBef>
              <a:spcAft>
                <a:spcPts val="0"/>
              </a:spcAft>
              <a:buClr>
                <a:srgbClr val="0E2D69"/>
              </a:buClr>
              <a:buSzPts val="1000"/>
              <a:buNone/>
              <a:defRPr b="0" i="0" sz="1000">
                <a:solidFill>
                  <a:srgbClr val="0E2D69"/>
                </a:solidFill>
                <a:latin typeface="Arial"/>
                <a:ea typeface="Arial"/>
                <a:cs typeface="Arial"/>
                <a:sym typeface="Aria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22" name="Google Shape;122;p10"/>
          <p:cNvSpPr txBox="1"/>
          <p:nvPr>
            <p:ph idx="4" type="body"/>
          </p:nvPr>
        </p:nvSpPr>
        <p:spPr>
          <a:xfrm>
            <a:off x="585787" y="1447065"/>
            <a:ext cx="11058065" cy="307778"/>
          </a:xfrm>
          <a:prstGeom prst="rect">
            <a:avLst/>
          </a:prstGeom>
          <a:noFill/>
          <a:ln>
            <a:noFill/>
          </a:ln>
        </p:spPr>
        <p:txBody>
          <a:bodyPr anchorCtr="0" anchor="t" bIns="0" lIns="0" spcFirstLastPara="1" rIns="0" wrap="square" tIns="0">
            <a:noAutofit/>
          </a:bodyPr>
          <a:lstStyle>
            <a:lvl1pPr indent="-228600" lvl="0" marL="457200" algn="l">
              <a:lnSpc>
                <a:spcPct val="90000"/>
              </a:lnSpc>
              <a:spcBef>
                <a:spcPts val="1000"/>
              </a:spcBef>
              <a:spcAft>
                <a:spcPts val="0"/>
              </a:spcAft>
              <a:buClr>
                <a:srgbClr val="0E2D69"/>
              </a:buClr>
              <a:buSzPts val="1600"/>
              <a:buNone/>
              <a:defRPr b="0" i="0" sz="1600">
                <a:solidFill>
                  <a:srgbClr val="0E2D69"/>
                </a:solidFill>
                <a:latin typeface="Arial"/>
                <a:ea typeface="Arial"/>
                <a:cs typeface="Arial"/>
                <a:sym typeface="Arial"/>
              </a:defRPr>
            </a:lvl1pPr>
            <a:lvl2pPr indent="-330200" lvl="1" marL="914400" algn="l">
              <a:lnSpc>
                <a:spcPct val="90000"/>
              </a:lnSpc>
              <a:spcBef>
                <a:spcPts val="500"/>
              </a:spcBef>
              <a:spcAft>
                <a:spcPts val="0"/>
              </a:spcAft>
              <a:buClr>
                <a:srgbClr val="0E2D69"/>
              </a:buClr>
              <a:buSzPts val="1600"/>
              <a:buChar char="•"/>
              <a:defRPr b="0" i="0" sz="1600">
                <a:solidFill>
                  <a:srgbClr val="0E2D69"/>
                </a:solidFill>
                <a:latin typeface="Arial"/>
                <a:ea typeface="Arial"/>
                <a:cs typeface="Arial"/>
                <a:sym typeface="Arial"/>
              </a:defRPr>
            </a:lvl2pPr>
            <a:lvl3pPr indent="-330200" lvl="2" marL="1371600" algn="l">
              <a:lnSpc>
                <a:spcPct val="90000"/>
              </a:lnSpc>
              <a:spcBef>
                <a:spcPts val="500"/>
              </a:spcBef>
              <a:spcAft>
                <a:spcPts val="0"/>
              </a:spcAft>
              <a:buClr>
                <a:srgbClr val="0E2D69"/>
              </a:buClr>
              <a:buSzPts val="1600"/>
              <a:buChar char="•"/>
              <a:defRPr b="0" i="0" sz="1600">
                <a:solidFill>
                  <a:srgbClr val="0E2D69"/>
                </a:solidFill>
                <a:latin typeface="Arial"/>
                <a:ea typeface="Arial"/>
                <a:cs typeface="Arial"/>
                <a:sym typeface="Arial"/>
              </a:defRPr>
            </a:lvl3pPr>
            <a:lvl4pPr indent="-330200" lvl="3" marL="1828800" algn="l">
              <a:lnSpc>
                <a:spcPct val="90000"/>
              </a:lnSpc>
              <a:spcBef>
                <a:spcPts val="500"/>
              </a:spcBef>
              <a:spcAft>
                <a:spcPts val="0"/>
              </a:spcAft>
              <a:buClr>
                <a:srgbClr val="0E2D69"/>
              </a:buClr>
              <a:buSzPts val="1600"/>
              <a:buChar char="•"/>
              <a:defRPr b="0" i="0" sz="1600">
                <a:solidFill>
                  <a:srgbClr val="0E2D69"/>
                </a:solidFill>
                <a:latin typeface="Arial"/>
                <a:ea typeface="Arial"/>
                <a:cs typeface="Arial"/>
                <a:sym typeface="Arial"/>
              </a:defRPr>
            </a:lvl4pPr>
            <a:lvl5pPr indent="-330200" lvl="4" marL="2286000" algn="l">
              <a:lnSpc>
                <a:spcPct val="90000"/>
              </a:lnSpc>
              <a:spcBef>
                <a:spcPts val="500"/>
              </a:spcBef>
              <a:spcAft>
                <a:spcPts val="0"/>
              </a:spcAft>
              <a:buClr>
                <a:srgbClr val="0E2D69"/>
              </a:buClr>
              <a:buSzPts val="1600"/>
              <a:buChar char="•"/>
              <a:defRPr b="0" i="0" sz="1600">
                <a:solidFill>
                  <a:srgbClr val="0E2D69"/>
                </a:solidFill>
                <a:latin typeface="Arial"/>
                <a:ea typeface="Arial"/>
                <a:cs typeface="Arial"/>
                <a:sym typeface="Aria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23" name="Google Shape;123;p10"/>
          <p:cNvSpPr txBox="1"/>
          <p:nvPr>
            <p:ph idx="5" type="body"/>
          </p:nvPr>
        </p:nvSpPr>
        <p:spPr>
          <a:xfrm>
            <a:off x="585788" y="5739189"/>
            <a:ext cx="6824303" cy="703205"/>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600"/>
              </a:spcBef>
              <a:spcAft>
                <a:spcPts val="0"/>
              </a:spcAft>
              <a:buClr>
                <a:srgbClr val="0E2D69"/>
              </a:buClr>
              <a:buSzPts val="1300"/>
              <a:buFont typeface="Arial"/>
              <a:buNone/>
              <a:defRPr b="0" i="0" sz="1300">
                <a:solidFill>
                  <a:srgbClr val="0E2D69"/>
                </a:solidFill>
                <a:latin typeface="Arial"/>
                <a:ea typeface="Arial"/>
                <a:cs typeface="Arial"/>
                <a:sym typeface="Arial"/>
              </a:defRPr>
            </a:lvl1pPr>
            <a:lvl2pPr indent="-311150" lvl="1" marL="914400" algn="l">
              <a:lnSpc>
                <a:spcPct val="90000"/>
              </a:lnSpc>
              <a:spcBef>
                <a:spcPts val="500"/>
              </a:spcBef>
              <a:spcAft>
                <a:spcPts val="0"/>
              </a:spcAft>
              <a:buClr>
                <a:srgbClr val="0E2D69"/>
              </a:buClr>
              <a:buSzPts val="1300"/>
              <a:buChar char="•"/>
              <a:defRPr b="0" i="0" sz="1300">
                <a:solidFill>
                  <a:srgbClr val="0E2D69"/>
                </a:solidFill>
                <a:latin typeface="Arial"/>
                <a:ea typeface="Arial"/>
                <a:cs typeface="Arial"/>
                <a:sym typeface="Arial"/>
              </a:defRPr>
            </a:lvl2pPr>
            <a:lvl3pPr indent="-311150" lvl="2" marL="1371600" algn="l">
              <a:lnSpc>
                <a:spcPct val="90000"/>
              </a:lnSpc>
              <a:spcBef>
                <a:spcPts val="500"/>
              </a:spcBef>
              <a:spcAft>
                <a:spcPts val="0"/>
              </a:spcAft>
              <a:buClr>
                <a:srgbClr val="0E2D69"/>
              </a:buClr>
              <a:buSzPts val="1300"/>
              <a:buChar char="•"/>
              <a:defRPr b="0" i="0" sz="1300">
                <a:solidFill>
                  <a:srgbClr val="0E2D69"/>
                </a:solidFill>
                <a:latin typeface="Arial"/>
                <a:ea typeface="Arial"/>
                <a:cs typeface="Arial"/>
                <a:sym typeface="Arial"/>
              </a:defRPr>
            </a:lvl3pPr>
            <a:lvl4pPr indent="-311150" lvl="3" marL="1828800" algn="l">
              <a:lnSpc>
                <a:spcPct val="90000"/>
              </a:lnSpc>
              <a:spcBef>
                <a:spcPts val="500"/>
              </a:spcBef>
              <a:spcAft>
                <a:spcPts val="0"/>
              </a:spcAft>
              <a:buClr>
                <a:srgbClr val="0E2D69"/>
              </a:buClr>
              <a:buSzPts val="1300"/>
              <a:buChar char="•"/>
              <a:defRPr b="0" i="0" sz="1300">
                <a:solidFill>
                  <a:srgbClr val="0E2D69"/>
                </a:solidFill>
                <a:latin typeface="Arial"/>
                <a:ea typeface="Arial"/>
                <a:cs typeface="Arial"/>
                <a:sym typeface="Arial"/>
              </a:defRPr>
            </a:lvl4pPr>
            <a:lvl5pPr indent="-311150" lvl="4" marL="2286000" algn="l">
              <a:lnSpc>
                <a:spcPct val="90000"/>
              </a:lnSpc>
              <a:spcBef>
                <a:spcPts val="500"/>
              </a:spcBef>
              <a:spcAft>
                <a:spcPts val="0"/>
              </a:spcAft>
              <a:buClr>
                <a:srgbClr val="0E2D69"/>
              </a:buClr>
              <a:buSzPts val="1300"/>
              <a:buChar char="•"/>
              <a:defRPr b="0" i="0" sz="1300">
                <a:solidFill>
                  <a:srgbClr val="0E2D69"/>
                </a:solidFill>
                <a:latin typeface="Arial"/>
                <a:ea typeface="Arial"/>
                <a:cs typeface="Arial"/>
                <a:sym typeface="Aria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Таблица_2">
  <p:cSld name="Таблица_2">
    <p:bg>
      <p:bgPr>
        <a:blipFill>
          <a:blip r:embed="rId2">
            <a:alphaModFix/>
          </a:blip>
          <a:stretch>
            <a:fillRect/>
          </a:stretch>
        </a:blipFill>
      </p:bgPr>
    </p:bg>
    <p:spTree>
      <p:nvGrpSpPr>
        <p:cNvPr id="124" name="Shape 124"/>
        <p:cNvGrpSpPr/>
        <p:nvPr/>
      </p:nvGrpSpPr>
      <p:grpSpPr>
        <a:xfrm>
          <a:off x="0" y="0"/>
          <a:ext cx="0" cy="0"/>
          <a:chOff x="0" y="0"/>
          <a:chExt cx="0" cy="0"/>
        </a:xfrm>
      </p:grpSpPr>
      <p:pic>
        <p:nvPicPr>
          <p:cNvPr descr="Icon&#10;&#10;Description automatically generated" id="125" name="Google Shape;125;p11"/>
          <p:cNvPicPr preferRelativeResize="0"/>
          <p:nvPr/>
        </p:nvPicPr>
        <p:blipFill rotWithShape="1">
          <a:blip r:embed="rId3">
            <a:alphaModFix/>
          </a:blip>
          <a:srcRect b="0" l="0" r="0" t="0"/>
          <a:stretch/>
        </p:blipFill>
        <p:spPr>
          <a:xfrm>
            <a:off x="517199" y="464363"/>
            <a:ext cx="448276" cy="448276"/>
          </a:xfrm>
          <a:prstGeom prst="rect">
            <a:avLst/>
          </a:prstGeom>
          <a:noFill/>
          <a:ln>
            <a:noFill/>
          </a:ln>
        </p:spPr>
      </p:pic>
      <p:cxnSp>
        <p:nvCxnSpPr>
          <p:cNvPr id="126" name="Google Shape;126;p11"/>
          <p:cNvCxnSpPr/>
          <p:nvPr/>
        </p:nvCxnSpPr>
        <p:spPr>
          <a:xfrm>
            <a:off x="3298686" y="464363"/>
            <a:ext cx="0" cy="586260"/>
          </a:xfrm>
          <a:prstGeom prst="straightConnector1">
            <a:avLst/>
          </a:prstGeom>
          <a:noFill/>
          <a:ln cap="flat" cmpd="sng" w="12700">
            <a:solidFill>
              <a:srgbClr val="102D69"/>
            </a:solidFill>
            <a:prstDash val="solid"/>
            <a:miter lim="800000"/>
            <a:headEnd len="sm" w="sm" type="none"/>
            <a:tailEnd len="sm" w="sm" type="none"/>
          </a:ln>
        </p:spPr>
      </p:cxnSp>
      <p:cxnSp>
        <p:nvCxnSpPr>
          <p:cNvPr id="127" name="Google Shape;127;p11"/>
          <p:cNvCxnSpPr/>
          <p:nvPr/>
        </p:nvCxnSpPr>
        <p:spPr>
          <a:xfrm>
            <a:off x="6099416" y="464363"/>
            <a:ext cx="0" cy="586260"/>
          </a:xfrm>
          <a:prstGeom prst="straightConnector1">
            <a:avLst/>
          </a:prstGeom>
          <a:noFill/>
          <a:ln cap="flat" cmpd="sng" w="12700">
            <a:solidFill>
              <a:srgbClr val="102D69"/>
            </a:solidFill>
            <a:prstDash val="solid"/>
            <a:miter lim="800000"/>
            <a:headEnd len="sm" w="sm" type="none"/>
            <a:tailEnd len="sm" w="sm" type="none"/>
          </a:ln>
        </p:spPr>
      </p:cxnSp>
      <p:cxnSp>
        <p:nvCxnSpPr>
          <p:cNvPr id="128" name="Google Shape;128;p11"/>
          <p:cNvCxnSpPr/>
          <p:nvPr/>
        </p:nvCxnSpPr>
        <p:spPr>
          <a:xfrm>
            <a:off x="10277081" y="464363"/>
            <a:ext cx="0" cy="586260"/>
          </a:xfrm>
          <a:prstGeom prst="straightConnector1">
            <a:avLst/>
          </a:prstGeom>
          <a:noFill/>
          <a:ln cap="flat" cmpd="sng" w="12700">
            <a:solidFill>
              <a:srgbClr val="102D69"/>
            </a:solidFill>
            <a:prstDash val="solid"/>
            <a:miter lim="800000"/>
            <a:headEnd len="sm" w="sm" type="none"/>
            <a:tailEnd len="sm" w="sm" type="none"/>
          </a:ln>
        </p:spPr>
      </p:cxnSp>
      <p:sp>
        <p:nvSpPr>
          <p:cNvPr id="129" name="Google Shape;129;p11"/>
          <p:cNvSpPr txBox="1"/>
          <p:nvPr/>
        </p:nvSpPr>
        <p:spPr>
          <a:xfrm>
            <a:off x="10410201" y="532278"/>
            <a:ext cx="671977" cy="307777"/>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fld id="{00000000-1234-1234-1234-123412341234}" type="slidenum">
              <a:rPr lang="ru-RU" sz="2000">
                <a:solidFill>
                  <a:srgbClr val="102D69"/>
                </a:solidFill>
                <a:latin typeface="Arial"/>
                <a:ea typeface="Arial"/>
                <a:cs typeface="Arial"/>
                <a:sym typeface="Arial"/>
              </a:rPr>
              <a:t>‹#›</a:t>
            </a:fld>
            <a:endParaRPr sz="2000">
              <a:solidFill>
                <a:srgbClr val="102D69"/>
              </a:solidFill>
              <a:latin typeface="Arial"/>
              <a:ea typeface="Arial"/>
              <a:cs typeface="Arial"/>
              <a:sym typeface="Arial"/>
            </a:endParaRPr>
          </a:p>
        </p:txBody>
      </p:sp>
      <p:cxnSp>
        <p:nvCxnSpPr>
          <p:cNvPr id="130" name="Google Shape;130;p11"/>
          <p:cNvCxnSpPr/>
          <p:nvPr/>
        </p:nvCxnSpPr>
        <p:spPr>
          <a:xfrm>
            <a:off x="11643868" y="464363"/>
            <a:ext cx="0" cy="586260"/>
          </a:xfrm>
          <a:prstGeom prst="straightConnector1">
            <a:avLst/>
          </a:prstGeom>
          <a:noFill/>
          <a:ln cap="flat" cmpd="sng" w="12700">
            <a:solidFill>
              <a:srgbClr val="102D69"/>
            </a:solidFill>
            <a:prstDash val="solid"/>
            <a:miter lim="800000"/>
            <a:headEnd len="sm" w="sm" type="none"/>
            <a:tailEnd len="sm" w="sm" type="none"/>
          </a:ln>
        </p:spPr>
      </p:cxnSp>
      <p:sp>
        <p:nvSpPr>
          <p:cNvPr id="131" name="Google Shape;131;p11"/>
          <p:cNvSpPr txBox="1"/>
          <p:nvPr>
            <p:ph idx="1" type="body"/>
          </p:nvPr>
        </p:nvSpPr>
        <p:spPr>
          <a:xfrm>
            <a:off x="1143689" y="540904"/>
            <a:ext cx="1901825" cy="415925"/>
          </a:xfrm>
          <a:prstGeom prst="rect">
            <a:avLst/>
          </a:prstGeom>
          <a:noFill/>
          <a:ln>
            <a:noFill/>
          </a:ln>
        </p:spPr>
        <p:txBody>
          <a:bodyPr anchorCtr="0" anchor="t" bIns="0" lIns="0" spcFirstLastPara="1" rIns="0" wrap="square" tIns="0">
            <a:noAutofit/>
          </a:bodyPr>
          <a:lstStyle>
            <a:lvl1pPr indent="-228600" lvl="0" marL="457200" marR="0" algn="l">
              <a:lnSpc>
                <a:spcPct val="100000"/>
              </a:lnSpc>
              <a:spcBef>
                <a:spcPts val="0"/>
              </a:spcBef>
              <a:spcAft>
                <a:spcPts val="0"/>
              </a:spcAft>
              <a:buClr>
                <a:schemeClr val="dk1"/>
              </a:buClr>
              <a:buSzPts val="1000"/>
              <a:buFont typeface="Arial"/>
              <a:buNone/>
              <a:defRPr b="0" i="0" sz="1000">
                <a:latin typeface="Arial"/>
                <a:ea typeface="Arial"/>
                <a:cs typeface="Arial"/>
                <a:sym typeface="Arial"/>
              </a:defRPr>
            </a:lvl1pPr>
            <a:lvl2pPr indent="-228600" lvl="1" marL="914400" algn="l">
              <a:lnSpc>
                <a:spcPct val="100000"/>
              </a:lnSpc>
              <a:spcBef>
                <a:spcPts val="500"/>
              </a:spcBef>
              <a:spcAft>
                <a:spcPts val="0"/>
              </a:spcAft>
              <a:buClr>
                <a:schemeClr val="dk1"/>
              </a:buClr>
              <a:buSzPts val="1000"/>
              <a:buNone/>
              <a:defRPr b="0" i="0" sz="1000">
                <a:latin typeface="Arial"/>
                <a:ea typeface="Arial"/>
                <a:cs typeface="Arial"/>
                <a:sym typeface="Arial"/>
              </a:defRPr>
            </a:lvl2pPr>
            <a:lvl3pPr indent="-228600" lvl="2" marL="1371600" algn="l">
              <a:lnSpc>
                <a:spcPct val="100000"/>
              </a:lnSpc>
              <a:spcBef>
                <a:spcPts val="500"/>
              </a:spcBef>
              <a:spcAft>
                <a:spcPts val="0"/>
              </a:spcAft>
              <a:buClr>
                <a:schemeClr val="dk1"/>
              </a:buClr>
              <a:buSzPts val="1000"/>
              <a:buNone/>
              <a:defRPr b="0" i="0" sz="1000">
                <a:latin typeface="Arial"/>
                <a:ea typeface="Arial"/>
                <a:cs typeface="Arial"/>
                <a:sym typeface="Arial"/>
              </a:defRPr>
            </a:lvl3pPr>
            <a:lvl4pPr indent="-228600" lvl="3" marL="1828800" algn="l">
              <a:lnSpc>
                <a:spcPct val="100000"/>
              </a:lnSpc>
              <a:spcBef>
                <a:spcPts val="500"/>
              </a:spcBef>
              <a:spcAft>
                <a:spcPts val="0"/>
              </a:spcAft>
              <a:buClr>
                <a:schemeClr val="dk1"/>
              </a:buClr>
              <a:buSzPts val="1000"/>
              <a:buNone/>
              <a:defRPr b="0" i="0" sz="1000">
                <a:latin typeface="Arial"/>
                <a:ea typeface="Arial"/>
                <a:cs typeface="Arial"/>
                <a:sym typeface="Arial"/>
              </a:defRPr>
            </a:lvl4pPr>
            <a:lvl5pPr indent="-228600" lvl="4" marL="2286000" algn="l">
              <a:lnSpc>
                <a:spcPct val="100000"/>
              </a:lnSpc>
              <a:spcBef>
                <a:spcPts val="500"/>
              </a:spcBef>
              <a:spcAft>
                <a:spcPts val="0"/>
              </a:spcAft>
              <a:buClr>
                <a:schemeClr val="dk1"/>
              </a:buClr>
              <a:buSzPts val="1000"/>
              <a:buNone/>
              <a:defRPr b="0" i="0" sz="1000">
                <a:latin typeface="Arial"/>
                <a:ea typeface="Arial"/>
                <a:cs typeface="Arial"/>
                <a:sym typeface="Aria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2" name="Google Shape;132;p11"/>
          <p:cNvSpPr txBox="1"/>
          <p:nvPr>
            <p:ph idx="2" type="body"/>
          </p:nvPr>
        </p:nvSpPr>
        <p:spPr>
          <a:xfrm>
            <a:off x="3459163" y="548720"/>
            <a:ext cx="2070100" cy="408109"/>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rgbClr val="0E2D69"/>
              </a:buClr>
              <a:buSzPts val="1000"/>
              <a:buNone/>
              <a:defRPr b="0" i="0" sz="1000">
                <a:solidFill>
                  <a:srgbClr val="0E2D69"/>
                </a:solidFill>
                <a:latin typeface="Arial"/>
                <a:ea typeface="Arial"/>
                <a:cs typeface="Arial"/>
                <a:sym typeface="Arial"/>
              </a:defRPr>
            </a:lvl1pPr>
            <a:lvl2pPr indent="-228600" lvl="1" marL="914400" algn="l">
              <a:lnSpc>
                <a:spcPct val="90000"/>
              </a:lnSpc>
              <a:spcBef>
                <a:spcPts val="500"/>
              </a:spcBef>
              <a:spcAft>
                <a:spcPts val="0"/>
              </a:spcAft>
              <a:buClr>
                <a:srgbClr val="0E2D69"/>
              </a:buClr>
              <a:buSzPts val="1000"/>
              <a:buNone/>
              <a:defRPr b="0" i="0" sz="1000">
                <a:solidFill>
                  <a:srgbClr val="0E2D69"/>
                </a:solidFill>
                <a:latin typeface="Arial"/>
                <a:ea typeface="Arial"/>
                <a:cs typeface="Arial"/>
                <a:sym typeface="Arial"/>
              </a:defRPr>
            </a:lvl2pPr>
            <a:lvl3pPr indent="-228600" lvl="2" marL="1371600" algn="l">
              <a:lnSpc>
                <a:spcPct val="90000"/>
              </a:lnSpc>
              <a:spcBef>
                <a:spcPts val="500"/>
              </a:spcBef>
              <a:spcAft>
                <a:spcPts val="0"/>
              </a:spcAft>
              <a:buClr>
                <a:srgbClr val="0E2D69"/>
              </a:buClr>
              <a:buSzPts val="1000"/>
              <a:buNone/>
              <a:defRPr b="0" i="0" sz="1000">
                <a:solidFill>
                  <a:srgbClr val="0E2D69"/>
                </a:solidFill>
                <a:latin typeface="Arial"/>
                <a:ea typeface="Arial"/>
                <a:cs typeface="Arial"/>
                <a:sym typeface="Arial"/>
              </a:defRPr>
            </a:lvl3pPr>
            <a:lvl4pPr indent="-228600" lvl="3" marL="1828800" algn="l">
              <a:lnSpc>
                <a:spcPct val="90000"/>
              </a:lnSpc>
              <a:spcBef>
                <a:spcPts val="500"/>
              </a:spcBef>
              <a:spcAft>
                <a:spcPts val="0"/>
              </a:spcAft>
              <a:buClr>
                <a:srgbClr val="0E2D69"/>
              </a:buClr>
              <a:buSzPts val="1000"/>
              <a:buNone/>
              <a:defRPr b="0" i="0" sz="1000">
                <a:solidFill>
                  <a:srgbClr val="0E2D69"/>
                </a:solidFill>
                <a:latin typeface="Arial"/>
                <a:ea typeface="Arial"/>
                <a:cs typeface="Arial"/>
                <a:sym typeface="Arial"/>
              </a:defRPr>
            </a:lvl4pPr>
            <a:lvl5pPr indent="-228600" lvl="4" marL="2286000" algn="l">
              <a:lnSpc>
                <a:spcPct val="90000"/>
              </a:lnSpc>
              <a:spcBef>
                <a:spcPts val="500"/>
              </a:spcBef>
              <a:spcAft>
                <a:spcPts val="0"/>
              </a:spcAft>
              <a:buClr>
                <a:srgbClr val="0E2D69"/>
              </a:buClr>
              <a:buSzPts val="1000"/>
              <a:buNone/>
              <a:defRPr b="0" i="0" sz="1000">
                <a:solidFill>
                  <a:srgbClr val="0E2D69"/>
                </a:solidFill>
                <a:latin typeface="Arial"/>
                <a:ea typeface="Arial"/>
                <a:cs typeface="Arial"/>
                <a:sym typeface="Aria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3" name="Google Shape;133;p11"/>
          <p:cNvSpPr txBox="1"/>
          <p:nvPr>
            <p:ph idx="3" type="body"/>
          </p:nvPr>
        </p:nvSpPr>
        <p:spPr>
          <a:xfrm>
            <a:off x="6259892" y="548720"/>
            <a:ext cx="2070100" cy="408109"/>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rgbClr val="0E2D69"/>
              </a:buClr>
              <a:buSzPts val="1000"/>
              <a:buNone/>
              <a:defRPr b="0" i="0" sz="1000">
                <a:solidFill>
                  <a:srgbClr val="0E2D69"/>
                </a:solidFill>
                <a:latin typeface="Arial"/>
                <a:ea typeface="Arial"/>
                <a:cs typeface="Arial"/>
                <a:sym typeface="Arial"/>
              </a:defRPr>
            </a:lvl1pPr>
            <a:lvl2pPr indent="-228600" lvl="1" marL="914400" algn="l">
              <a:lnSpc>
                <a:spcPct val="90000"/>
              </a:lnSpc>
              <a:spcBef>
                <a:spcPts val="500"/>
              </a:spcBef>
              <a:spcAft>
                <a:spcPts val="0"/>
              </a:spcAft>
              <a:buClr>
                <a:srgbClr val="0E2D69"/>
              </a:buClr>
              <a:buSzPts val="1000"/>
              <a:buNone/>
              <a:defRPr b="0" i="0" sz="1000">
                <a:solidFill>
                  <a:srgbClr val="0E2D69"/>
                </a:solidFill>
                <a:latin typeface="Arial"/>
                <a:ea typeface="Arial"/>
                <a:cs typeface="Arial"/>
                <a:sym typeface="Arial"/>
              </a:defRPr>
            </a:lvl2pPr>
            <a:lvl3pPr indent="-228600" lvl="2" marL="1371600" algn="l">
              <a:lnSpc>
                <a:spcPct val="90000"/>
              </a:lnSpc>
              <a:spcBef>
                <a:spcPts val="500"/>
              </a:spcBef>
              <a:spcAft>
                <a:spcPts val="0"/>
              </a:spcAft>
              <a:buClr>
                <a:srgbClr val="0E2D69"/>
              </a:buClr>
              <a:buSzPts val="1000"/>
              <a:buNone/>
              <a:defRPr b="0" i="0" sz="1000">
                <a:solidFill>
                  <a:srgbClr val="0E2D69"/>
                </a:solidFill>
                <a:latin typeface="Arial"/>
                <a:ea typeface="Arial"/>
                <a:cs typeface="Arial"/>
                <a:sym typeface="Arial"/>
              </a:defRPr>
            </a:lvl3pPr>
            <a:lvl4pPr indent="-228600" lvl="3" marL="1828800" algn="l">
              <a:lnSpc>
                <a:spcPct val="90000"/>
              </a:lnSpc>
              <a:spcBef>
                <a:spcPts val="500"/>
              </a:spcBef>
              <a:spcAft>
                <a:spcPts val="0"/>
              </a:spcAft>
              <a:buClr>
                <a:srgbClr val="0E2D69"/>
              </a:buClr>
              <a:buSzPts val="1000"/>
              <a:buNone/>
              <a:defRPr b="0" i="0" sz="1000">
                <a:solidFill>
                  <a:srgbClr val="0E2D69"/>
                </a:solidFill>
                <a:latin typeface="Arial"/>
                <a:ea typeface="Arial"/>
                <a:cs typeface="Arial"/>
                <a:sym typeface="Arial"/>
              </a:defRPr>
            </a:lvl4pPr>
            <a:lvl5pPr indent="-228600" lvl="4" marL="2286000" algn="l">
              <a:lnSpc>
                <a:spcPct val="90000"/>
              </a:lnSpc>
              <a:spcBef>
                <a:spcPts val="500"/>
              </a:spcBef>
              <a:spcAft>
                <a:spcPts val="0"/>
              </a:spcAft>
              <a:buClr>
                <a:srgbClr val="0E2D69"/>
              </a:buClr>
              <a:buSzPts val="1000"/>
              <a:buNone/>
              <a:defRPr b="0" i="0" sz="1000">
                <a:solidFill>
                  <a:srgbClr val="0E2D69"/>
                </a:solidFill>
                <a:latin typeface="Arial"/>
                <a:ea typeface="Arial"/>
                <a:cs typeface="Arial"/>
                <a:sym typeface="Aria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4" name="Google Shape;134;p11"/>
          <p:cNvSpPr txBox="1"/>
          <p:nvPr>
            <p:ph idx="4" type="body"/>
          </p:nvPr>
        </p:nvSpPr>
        <p:spPr>
          <a:xfrm>
            <a:off x="585787" y="1447064"/>
            <a:ext cx="7617877" cy="537011"/>
          </a:xfrm>
          <a:prstGeom prst="rect">
            <a:avLst/>
          </a:prstGeom>
          <a:noFill/>
          <a:ln>
            <a:noFill/>
          </a:ln>
        </p:spPr>
        <p:txBody>
          <a:bodyPr anchorCtr="0" anchor="t" bIns="0" lIns="0" spcFirstLastPara="1" rIns="0" wrap="square" tIns="0">
            <a:noAutofit/>
          </a:bodyPr>
          <a:lstStyle>
            <a:lvl1pPr indent="-228600" lvl="0" marL="457200" algn="l">
              <a:lnSpc>
                <a:spcPct val="90000"/>
              </a:lnSpc>
              <a:spcBef>
                <a:spcPts val="1000"/>
              </a:spcBef>
              <a:spcAft>
                <a:spcPts val="0"/>
              </a:spcAft>
              <a:buClr>
                <a:srgbClr val="0E2D69"/>
              </a:buClr>
              <a:buSzPts val="1600"/>
              <a:buNone/>
              <a:defRPr b="0" i="0" sz="1600">
                <a:solidFill>
                  <a:srgbClr val="0E2D69"/>
                </a:solidFill>
                <a:latin typeface="Arial"/>
                <a:ea typeface="Arial"/>
                <a:cs typeface="Arial"/>
                <a:sym typeface="Arial"/>
              </a:defRPr>
            </a:lvl1pPr>
            <a:lvl2pPr indent="-330200" lvl="1" marL="914400" algn="l">
              <a:lnSpc>
                <a:spcPct val="90000"/>
              </a:lnSpc>
              <a:spcBef>
                <a:spcPts val="500"/>
              </a:spcBef>
              <a:spcAft>
                <a:spcPts val="0"/>
              </a:spcAft>
              <a:buClr>
                <a:srgbClr val="0E2D69"/>
              </a:buClr>
              <a:buSzPts val="1600"/>
              <a:buChar char="•"/>
              <a:defRPr b="0" i="0" sz="1600">
                <a:solidFill>
                  <a:srgbClr val="0E2D69"/>
                </a:solidFill>
                <a:latin typeface="Arial"/>
                <a:ea typeface="Arial"/>
                <a:cs typeface="Arial"/>
                <a:sym typeface="Arial"/>
              </a:defRPr>
            </a:lvl2pPr>
            <a:lvl3pPr indent="-330200" lvl="2" marL="1371600" algn="l">
              <a:lnSpc>
                <a:spcPct val="90000"/>
              </a:lnSpc>
              <a:spcBef>
                <a:spcPts val="500"/>
              </a:spcBef>
              <a:spcAft>
                <a:spcPts val="0"/>
              </a:spcAft>
              <a:buClr>
                <a:srgbClr val="0E2D69"/>
              </a:buClr>
              <a:buSzPts val="1600"/>
              <a:buChar char="•"/>
              <a:defRPr b="0" i="0" sz="1600">
                <a:solidFill>
                  <a:srgbClr val="0E2D69"/>
                </a:solidFill>
                <a:latin typeface="Arial"/>
                <a:ea typeface="Arial"/>
                <a:cs typeface="Arial"/>
                <a:sym typeface="Arial"/>
              </a:defRPr>
            </a:lvl3pPr>
            <a:lvl4pPr indent="-330200" lvl="3" marL="1828800" algn="l">
              <a:lnSpc>
                <a:spcPct val="90000"/>
              </a:lnSpc>
              <a:spcBef>
                <a:spcPts val="500"/>
              </a:spcBef>
              <a:spcAft>
                <a:spcPts val="0"/>
              </a:spcAft>
              <a:buClr>
                <a:srgbClr val="0E2D69"/>
              </a:buClr>
              <a:buSzPts val="1600"/>
              <a:buChar char="•"/>
              <a:defRPr b="0" i="0" sz="1600">
                <a:solidFill>
                  <a:srgbClr val="0E2D69"/>
                </a:solidFill>
                <a:latin typeface="Arial"/>
                <a:ea typeface="Arial"/>
                <a:cs typeface="Arial"/>
                <a:sym typeface="Arial"/>
              </a:defRPr>
            </a:lvl4pPr>
            <a:lvl5pPr indent="-330200" lvl="4" marL="2286000" algn="l">
              <a:lnSpc>
                <a:spcPct val="90000"/>
              </a:lnSpc>
              <a:spcBef>
                <a:spcPts val="500"/>
              </a:spcBef>
              <a:spcAft>
                <a:spcPts val="0"/>
              </a:spcAft>
              <a:buClr>
                <a:srgbClr val="0E2D69"/>
              </a:buClr>
              <a:buSzPts val="1600"/>
              <a:buChar char="•"/>
              <a:defRPr b="0" i="0" sz="1600">
                <a:solidFill>
                  <a:srgbClr val="0E2D69"/>
                </a:solidFill>
                <a:latin typeface="Arial"/>
                <a:ea typeface="Arial"/>
                <a:cs typeface="Arial"/>
                <a:sym typeface="Aria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5" name="Google Shape;135;p11"/>
          <p:cNvSpPr txBox="1"/>
          <p:nvPr>
            <p:ph idx="5" type="body"/>
          </p:nvPr>
        </p:nvSpPr>
        <p:spPr>
          <a:xfrm>
            <a:off x="585788" y="5739189"/>
            <a:ext cx="6824303" cy="703205"/>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600"/>
              </a:spcBef>
              <a:spcAft>
                <a:spcPts val="0"/>
              </a:spcAft>
              <a:buClr>
                <a:srgbClr val="0E2D69"/>
              </a:buClr>
              <a:buSzPts val="1300"/>
              <a:buFont typeface="Arial"/>
              <a:buNone/>
              <a:defRPr b="0" i="0" sz="1300">
                <a:solidFill>
                  <a:srgbClr val="0E2D69"/>
                </a:solidFill>
                <a:latin typeface="Arial"/>
                <a:ea typeface="Arial"/>
                <a:cs typeface="Arial"/>
                <a:sym typeface="Arial"/>
              </a:defRPr>
            </a:lvl1pPr>
            <a:lvl2pPr indent="-311150" lvl="1" marL="914400" algn="l">
              <a:lnSpc>
                <a:spcPct val="90000"/>
              </a:lnSpc>
              <a:spcBef>
                <a:spcPts val="500"/>
              </a:spcBef>
              <a:spcAft>
                <a:spcPts val="0"/>
              </a:spcAft>
              <a:buClr>
                <a:srgbClr val="0E2D69"/>
              </a:buClr>
              <a:buSzPts val="1300"/>
              <a:buChar char="•"/>
              <a:defRPr b="0" i="0" sz="1300">
                <a:solidFill>
                  <a:srgbClr val="0E2D69"/>
                </a:solidFill>
                <a:latin typeface="Arial"/>
                <a:ea typeface="Arial"/>
                <a:cs typeface="Arial"/>
                <a:sym typeface="Arial"/>
              </a:defRPr>
            </a:lvl2pPr>
            <a:lvl3pPr indent="-311150" lvl="2" marL="1371600" algn="l">
              <a:lnSpc>
                <a:spcPct val="90000"/>
              </a:lnSpc>
              <a:spcBef>
                <a:spcPts val="500"/>
              </a:spcBef>
              <a:spcAft>
                <a:spcPts val="0"/>
              </a:spcAft>
              <a:buClr>
                <a:srgbClr val="0E2D69"/>
              </a:buClr>
              <a:buSzPts val="1300"/>
              <a:buChar char="•"/>
              <a:defRPr b="0" i="0" sz="1300">
                <a:solidFill>
                  <a:srgbClr val="0E2D69"/>
                </a:solidFill>
                <a:latin typeface="Arial"/>
                <a:ea typeface="Arial"/>
                <a:cs typeface="Arial"/>
                <a:sym typeface="Arial"/>
              </a:defRPr>
            </a:lvl3pPr>
            <a:lvl4pPr indent="-311150" lvl="3" marL="1828800" algn="l">
              <a:lnSpc>
                <a:spcPct val="90000"/>
              </a:lnSpc>
              <a:spcBef>
                <a:spcPts val="500"/>
              </a:spcBef>
              <a:spcAft>
                <a:spcPts val="0"/>
              </a:spcAft>
              <a:buClr>
                <a:srgbClr val="0E2D69"/>
              </a:buClr>
              <a:buSzPts val="1300"/>
              <a:buChar char="•"/>
              <a:defRPr b="0" i="0" sz="1300">
                <a:solidFill>
                  <a:srgbClr val="0E2D69"/>
                </a:solidFill>
                <a:latin typeface="Arial"/>
                <a:ea typeface="Arial"/>
                <a:cs typeface="Arial"/>
                <a:sym typeface="Arial"/>
              </a:defRPr>
            </a:lvl4pPr>
            <a:lvl5pPr indent="-311150" lvl="4" marL="2286000" algn="l">
              <a:lnSpc>
                <a:spcPct val="90000"/>
              </a:lnSpc>
              <a:spcBef>
                <a:spcPts val="500"/>
              </a:spcBef>
              <a:spcAft>
                <a:spcPts val="0"/>
              </a:spcAft>
              <a:buClr>
                <a:srgbClr val="0E2D69"/>
              </a:buClr>
              <a:buSzPts val="1300"/>
              <a:buChar char="•"/>
              <a:defRPr b="0" i="0" sz="1300">
                <a:solidFill>
                  <a:srgbClr val="0E2D69"/>
                </a:solidFill>
                <a:latin typeface="Arial"/>
                <a:ea typeface="Arial"/>
                <a:cs typeface="Arial"/>
                <a:sym typeface="Aria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6" name="Google Shape;136;p11"/>
          <p:cNvSpPr txBox="1"/>
          <p:nvPr>
            <p:ph idx="6" type="body"/>
          </p:nvPr>
        </p:nvSpPr>
        <p:spPr>
          <a:xfrm>
            <a:off x="8686807" y="2208363"/>
            <a:ext cx="2930666" cy="2570672"/>
          </a:xfrm>
          <a:prstGeom prst="rect">
            <a:avLst/>
          </a:prstGeom>
          <a:noFill/>
          <a:ln>
            <a:noFill/>
          </a:ln>
        </p:spPr>
        <p:txBody>
          <a:bodyPr anchorCtr="0" anchor="t" bIns="45700" lIns="0" spcFirstLastPara="1" rIns="0" wrap="square" tIns="0">
            <a:normAutofit/>
          </a:bodyPr>
          <a:lstStyle>
            <a:lvl1pPr indent="-228600" lvl="0" marL="457200" marR="0" algn="l">
              <a:lnSpc>
                <a:spcPct val="100000"/>
              </a:lnSpc>
              <a:spcBef>
                <a:spcPts val="1000"/>
              </a:spcBef>
              <a:spcAft>
                <a:spcPts val="0"/>
              </a:spcAft>
              <a:buClr>
                <a:srgbClr val="0E2D69"/>
              </a:buClr>
              <a:buSzPts val="1300"/>
              <a:buFont typeface="Arial"/>
              <a:buNone/>
              <a:defRPr b="0" i="0" sz="1300">
                <a:solidFill>
                  <a:srgbClr val="0E2D69"/>
                </a:solidFill>
                <a:latin typeface="Arial"/>
                <a:ea typeface="Arial"/>
                <a:cs typeface="Arial"/>
                <a:sym typeface="Arial"/>
              </a:defRPr>
            </a:lvl1pPr>
            <a:lvl2pPr indent="-228600" lvl="1" marL="914400" algn="l">
              <a:lnSpc>
                <a:spcPct val="100000"/>
              </a:lnSpc>
              <a:spcBef>
                <a:spcPts val="1000"/>
              </a:spcBef>
              <a:spcAft>
                <a:spcPts val="0"/>
              </a:spcAft>
              <a:buClr>
                <a:srgbClr val="0E2D69"/>
              </a:buClr>
              <a:buSzPts val="1300"/>
              <a:buFont typeface="Arial"/>
              <a:buNone/>
              <a:defRPr b="0" i="0" sz="1300">
                <a:solidFill>
                  <a:srgbClr val="0E2D69"/>
                </a:solidFill>
                <a:latin typeface="Arial"/>
                <a:ea typeface="Arial"/>
                <a:cs typeface="Arial"/>
                <a:sym typeface="Arial"/>
              </a:defRPr>
            </a:lvl2pPr>
            <a:lvl3pPr indent="-228600" lvl="2" marL="1371600" algn="l">
              <a:lnSpc>
                <a:spcPct val="100000"/>
              </a:lnSpc>
              <a:spcBef>
                <a:spcPts val="1000"/>
              </a:spcBef>
              <a:spcAft>
                <a:spcPts val="0"/>
              </a:spcAft>
              <a:buClr>
                <a:srgbClr val="0E2D69"/>
              </a:buClr>
              <a:buSzPts val="1300"/>
              <a:buFont typeface="Arial"/>
              <a:buNone/>
              <a:defRPr b="0" i="0" sz="1300">
                <a:solidFill>
                  <a:srgbClr val="0E2D69"/>
                </a:solidFill>
                <a:latin typeface="Arial"/>
                <a:ea typeface="Arial"/>
                <a:cs typeface="Arial"/>
                <a:sym typeface="Arial"/>
              </a:defRPr>
            </a:lvl3pPr>
            <a:lvl4pPr indent="-228600" lvl="3" marL="1828800" algn="l">
              <a:lnSpc>
                <a:spcPct val="100000"/>
              </a:lnSpc>
              <a:spcBef>
                <a:spcPts val="1000"/>
              </a:spcBef>
              <a:spcAft>
                <a:spcPts val="0"/>
              </a:spcAft>
              <a:buClr>
                <a:srgbClr val="0E2D69"/>
              </a:buClr>
              <a:buSzPts val="1300"/>
              <a:buFont typeface="Arial"/>
              <a:buNone/>
              <a:defRPr b="0" i="0" sz="1300">
                <a:solidFill>
                  <a:srgbClr val="0E2D69"/>
                </a:solidFill>
                <a:latin typeface="Arial"/>
                <a:ea typeface="Arial"/>
                <a:cs typeface="Arial"/>
                <a:sym typeface="Arial"/>
              </a:defRPr>
            </a:lvl4pPr>
            <a:lvl5pPr indent="-228600" lvl="4" marL="2286000" algn="l">
              <a:lnSpc>
                <a:spcPct val="100000"/>
              </a:lnSpc>
              <a:spcBef>
                <a:spcPts val="1000"/>
              </a:spcBef>
              <a:spcAft>
                <a:spcPts val="0"/>
              </a:spcAft>
              <a:buClr>
                <a:srgbClr val="0E2D69"/>
              </a:buClr>
              <a:buSzPts val="1300"/>
              <a:buFont typeface="Arial"/>
              <a:buNone/>
              <a:defRPr b="0" i="0" sz="1300">
                <a:solidFill>
                  <a:srgbClr val="0E2D69"/>
                </a:solidFill>
                <a:latin typeface="Arial"/>
                <a:ea typeface="Arial"/>
                <a:cs typeface="Arial"/>
                <a:sym typeface="Aria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цвет">
  <p:cSld name="цвет">
    <p:bg>
      <p:bgPr>
        <a:blipFill>
          <a:blip r:embed="rId2">
            <a:alphaModFix/>
          </a:blip>
          <a:stretch>
            <a:fillRect/>
          </a:stretch>
        </a:blipFill>
      </p:bgPr>
    </p:bg>
    <p:spTree>
      <p:nvGrpSpPr>
        <p:cNvPr id="137" name="Shape 137"/>
        <p:cNvGrpSpPr/>
        <p:nvPr/>
      </p:nvGrpSpPr>
      <p:grpSpPr>
        <a:xfrm>
          <a:off x="0" y="0"/>
          <a:ext cx="0" cy="0"/>
          <a:chOff x="0" y="0"/>
          <a:chExt cx="0" cy="0"/>
        </a:xfrm>
      </p:grpSpPr>
      <p:pic>
        <p:nvPicPr>
          <p:cNvPr descr="Icon&#10;&#10;Description automatically generated" id="138" name="Google Shape;138;p12"/>
          <p:cNvPicPr preferRelativeResize="0"/>
          <p:nvPr/>
        </p:nvPicPr>
        <p:blipFill rotWithShape="1">
          <a:blip r:embed="rId3">
            <a:alphaModFix/>
          </a:blip>
          <a:srcRect b="0" l="0" r="0" t="0"/>
          <a:stretch/>
        </p:blipFill>
        <p:spPr>
          <a:xfrm>
            <a:off x="517199" y="464363"/>
            <a:ext cx="448276" cy="448276"/>
          </a:xfrm>
          <a:prstGeom prst="rect">
            <a:avLst/>
          </a:prstGeom>
          <a:noFill/>
          <a:ln>
            <a:noFill/>
          </a:ln>
        </p:spPr>
      </p:pic>
      <p:cxnSp>
        <p:nvCxnSpPr>
          <p:cNvPr id="139" name="Google Shape;139;p12"/>
          <p:cNvCxnSpPr/>
          <p:nvPr/>
        </p:nvCxnSpPr>
        <p:spPr>
          <a:xfrm>
            <a:off x="3298686" y="464363"/>
            <a:ext cx="0" cy="586260"/>
          </a:xfrm>
          <a:prstGeom prst="straightConnector1">
            <a:avLst/>
          </a:prstGeom>
          <a:noFill/>
          <a:ln cap="flat" cmpd="sng" w="12700">
            <a:solidFill>
              <a:srgbClr val="102D69"/>
            </a:solidFill>
            <a:prstDash val="solid"/>
            <a:miter lim="800000"/>
            <a:headEnd len="sm" w="sm" type="none"/>
            <a:tailEnd len="sm" w="sm" type="none"/>
          </a:ln>
        </p:spPr>
      </p:cxnSp>
      <p:cxnSp>
        <p:nvCxnSpPr>
          <p:cNvPr id="140" name="Google Shape;140;p12"/>
          <p:cNvCxnSpPr/>
          <p:nvPr/>
        </p:nvCxnSpPr>
        <p:spPr>
          <a:xfrm>
            <a:off x="6099416" y="464363"/>
            <a:ext cx="0" cy="586260"/>
          </a:xfrm>
          <a:prstGeom prst="straightConnector1">
            <a:avLst/>
          </a:prstGeom>
          <a:noFill/>
          <a:ln cap="flat" cmpd="sng" w="12700">
            <a:solidFill>
              <a:srgbClr val="102D69"/>
            </a:solidFill>
            <a:prstDash val="solid"/>
            <a:miter lim="800000"/>
            <a:headEnd len="sm" w="sm" type="none"/>
            <a:tailEnd len="sm" w="sm" type="none"/>
          </a:ln>
        </p:spPr>
      </p:cxnSp>
      <p:cxnSp>
        <p:nvCxnSpPr>
          <p:cNvPr id="141" name="Google Shape;141;p12"/>
          <p:cNvCxnSpPr/>
          <p:nvPr/>
        </p:nvCxnSpPr>
        <p:spPr>
          <a:xfrm>
            <a:off x="10277081" y="464363"/>
            <a:ext cx="0" cy="586260"/>
          </a:xfrm>
          <a:prstGeom prst="straightConnector1">
            <a:avLst/>
          </a:prstGeom>
          <a:noFill/>
          <a:ln cap="flat" cmpd="sng" w="12700">
            <a:solidFill>
              <a:srgbClr val="102D69"/>
            </a:solidFill>
            <a:prstDash val="solid"/>
            <a:miter lim="800000"/>
            <a:headEnd len="sm" w="sm" type="none"/>
            <a:tailEnd len="sm" w="sm" type="none"/>
          </a:ln>
        </p:spPr>
      </p:cxnSp>
      <p:sp>
        <p:nvSpPr>
          <p:cNvPr id="142" name="Google Shape;142;p12"/>
          <p:cNvSpPr txBox="1"/>
          <p:nvPr/>
        </p:nvSpPr>
        <p:spPr>
          <a:xfrm>
            <a:off x="10410201" y="532278"/>
            <a:ext cx="671977" cy="307777"/>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fld id="{00000000-1234-1234-1234-123412341234}" type="slidenum">
              <a:rPr lang="ru-RU" sz="2000">
                <a:solidFill>
                  <a:srgbClr val="102D69"/>
                </a:solidFill>
                <a:latin typeface="Arial"/>
                <a:ea typeface="Arial"/>
                <a:cs typeface="Arial"/>
                <a:sym typeface="Arial"/>
              </a:rPr>
              <a:t>‹#›</a:t>
            </a:fld>
            <a:endParaRPr sz="2000">
              <a:solidFill>
                <a:srgbClr val="102D69"/>
              </a:solidFill>
              <a:latin typeface="Arial"/>
              <a:ea typeface="Arial"/>
              <a:cs typeface="Arial"/>
              <a:sym typeface="Arial"/>
            </a:endParaRPr>
          </a:p>
        </p:txBody>
      </p:sp>
      <p:cxnSp>
        <p:nvCxnSpPr>
          <p:cNvPr id="143" name="Google Shape;143;p12"/>
          <p:cNvCxnSpPr/>
          <p:nvPr/>
        </p:nvCxnSpPr>
        <p:spPr>
          <a:xfrm>
            <a:off x="11643868" y="464363"/>
            <a:ext cx="0" cy="586260"/>
          </a:xfrm>
          <a:prstGeom prst="straightConnector1">
            <a:avLst/>
          </a:prstGeom>
          <a:noFill/>
          <a:ln cap="flat" cmpd="sng" w="12700">
            <a:solidFill>
              <a:srgbClr val="102D69"/>
            </a:solidFill>
            <a:prstDash val="solid"/>
            <a:miter lim="800000"/>
            <a:headEnd len="sm" w="sm" type="none"/>
            <a:tailEnd len="sm" w="sm" type="none"/>
          </a:ln>
        </p:spPr>
      </p:cxnSp>
      <p:sp>
        <p:nvSpPr>
          <p:cNvPr id="144" name="Google Shape;144;p12"/>
          <p:cNvSpPr txBox="1"/>
          <p:nvPr>
            <p:ph idx="1" type="body"/>
          </p:nvPr>
        </p:nvSpPr>
        <p:spPr>
          <a:xfrm>
            <a:off x="1143689" y="540904"/>
            <a:ext cx="1901825" cy="415925"/>
          </a:xfrm>
          <a:prstGeom prst="rect">
            <a:avLst/>
          </a:prstGeom>
          <a:noFill/>
          <a:ln>
            <a:noFill/>
          </a:ln>
        </p:spPr>
        <p:txBody>
          <a:bodyPr anchorCtr="0" anchor="t" bIns="0" lIns="0" spcFirstLastPara="1" rIns="0" wrap="square" tIns="0">
            <a:noAutofit/>
          </a:bodyPr>
          <a:lstStyle>
            <a:lvl1pPr indent="-228600" lvl="0" marL="457200" marR="0" algn="l">
              <a:lnSpc>
                <a:spcPct val="100000"/>
              </a:lnSpc>
              <a:spcBef>
                <a:spcPts val="0"/>
              </a:spcBef>
              <a:spcAft>
                <a:spcPts val="0"/>
              </a:spcAft>
              <a:buClr>
                <a:schemeClr val="dk1"/>
              </a:buClr>
              <a:buSzPts val="1000"/>
              <a:buFont typeface="Arial"/>
              <a:buNone/>
              <a:defRPr b="0" i="0" sz="1000">
                <a:latin typeface="Arial"/>
                <a:ea typeface="Arial"/>
                <a:cs typeface="Arial"/>
                <a:sym typeface="Arial"/>
              </a:defRPr>
            </a:lvl1pPr>
            <a:lvl2pPr indent="-228600" lvl="1" marL="914400" algn="l">
              <a:lnSpc>
                <a:spcPct val="100000"/>
              </a:lnSpc>
              <a:spcBef>
                <a:spcPts val="500"/>
              </a:spcBef>
              <a:spcAft>
                <a:spcPts val="0"/>
              </a:spcAft>
              <a:buClr>
                <a:schemeClr val="dk1"/>
              </a:buClr>
              <a:buSzPts val="1000"/>
              <a:buNone/>
              <a:defRPr b="0" i="0" sz="1000">
                <a:latin typeface="Arial"/>
                <a:ea typeface="Arial"/>
                <a:cs typeface="Arial"/>
                <a:sym typeface="Arial"/>
              </a:defRPr>
            </a:lvl2pPr>
            <a:lvl3pPr indent="-228600" lvl="2" marL="1371600" algn="l">
              <a:lnSpc>
                <a:spcPct val="100000"/>
              </a:lnSpc>
              <a:spcBef>
                <a:spcPts val="500"/>
              </a:spcBef>
              <a:spcAft>
                <a:spcPts val="0"/>
              </a:spcAft>
              <a:buClr>
                <a:schemeClr val="dk1"/>
              </a:buClr>
              <a:buSzPts val="1000"/>
              <a:buNone/>
              <a:defRPr b="0" i="0" sz="1000">
                <a:latin typeface="Arial"/>
                <a:ea typeface="Arial"/>
                <a:cs typeface="Arial"/>
                <a:sym typeface="Arial"/>
              </a:defRPr>
            </a:lvl3pPr>
            <a:lvl4pPr indent="-228600" lvl="3" marL="1828800" algn="l">
              <a:lnSpc>
                <a:spcPct val="100000"/>
              </a:lnSpc>
              <a:spcBef>
                <a:spcPts val="500"/>
              </a:spcBef>
              <a:spcAft>
                <a:spcPts val="0"/>
              </a:spcAft>
              <a:buClr>
                <a:schemeClr val="dk1"/>
              </a:buClr>
              <a:buSzPts val="1000"/>
              <a:buNone/>
              <a:defRPr b="0" i="0" sz="1000">
                <a:latin typeface="Arial"/>
                <a:ea typeface="Arial"/>
                <a:cs typeface="Arial"/>
                <a:sym typeface="Arial"/>
              </a:defRPr>
            </a:lvl4pPr>
            <a:lvl5pPr indent="-228600" lvl="4" marL="2286000" algn="l">
              <a:lnSpc>
                <a:spcPct val="100000"/>
              </a:lnSpc>
              <a:spcBef>
                <a:spcPts val="500"/>
              </a:spcBef>
              <a:spcAft>
                <a:spcPts val="0"/>
              </a:spcAft>
              <a:buClr>
                <a:schemeClr val="dk1"/>
              </a:buClr>
              <a:buSzPts val="1000"/>
              <a:buNone/>
              <a:defRPr b="0" i="0" sz="1000">
                <a:latin typeface="Arial"/>
                <a:ea typeface="Arial"/>
                <a:cs typeface="Arial"/>
                <a:sym typeface="Aria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5" name="Google Shape;145;p12"/>
          <p:cNvSpPr txBox="1"/>
          <p:nvPr>
            <p:ph idx="2" type="body"/>
          </p:nvPr>
        </p:nvSpPr>
        <p:spPr>
          <a:xfrm>
            <a:off x="3459163" y="548720"/>
            <a:ext cx="2070100" cy="408109"/>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rgbClr val="0E2D69"/>
              </a:buClr>
              <a:buSzPts val="1000"/>
              <a:buNone/>
              <a:defRPr b="0" i="0" sz="1000">
                <a:solidFill>
                  <a:srgbClr val="0E2D69"/>
                </a:solidFill>
                <a:latin typeface="Arial"/>
                <a:ea typeface="Arial"/>
                <a:cs typeface="Arial"/>
                <a:sym typeface="Arial"/>
              </a:defRPr>
            </a:lvl1pPr>
            <a:lvl2pPr indent="-228600" lvl="1" marL="914400" algn="l">
              <a:lnSpc>
                <a:spcPct val="90000"/>
              </a:lnSpc>
              <a:spcBef>
                <a:spcPts val="500"/>
              </a:spcBef>
              <a:spcAft>
                <a:spcPts val="0"/>
              </a:spcAft>
              <a:buClr>
                <a:srgbClr val="0E2D69"/>
              </a:buClr>
              <a:buSzPts val="1000"/>
              <a:buNone/>
              <a:defRPr b="0" i="0" sz="1000">
                <a:solidFill>
                  <a:srgbClr val="0E2D69"/>
                </a:solidFill>
                <a:latin typeface="Arial"/>
                <a:ea typeface="Arial"/>
                <a:cs typeface="Arial"/>
                <a:sym typeface="Arial"/>
              </a:defRPr>
            </a:lvl2pPr>
            <a:lvl3pPr indent="-228600" lvl="2" marL="1371600" algn="l">
              <a:lnSpc>
                <a:spcPct val="90000"/>
              </a:lnSpc>
              <a:spcBef>
                <a:spcPts val="500"/>
              </a:spcBef>
              <a:spcAft>
                <a:spcPts val="0"/>
              </a:spcAft>
              <a:buClr>
                <a:srgbClr val="0E2D69"/>
              </a:buClr>
              <a:buSzPts val="1000"/>
              <a:buNone/>
              <a:defRPr b="0" i="0" sz="1000">
                <a:solidFill>
                  <a:srgbClr val="0E2D69"/>
                </a:solidFill>
                <a:latin typeface="Arial"/>
                <a:ea typeface="Arial"/>
                <a:cs typeface="Arial"/>
                <a:sym typeface="Arial"/>
              </a:defRPr>
            </a:lvl3pPr>
            <a:lvl4pPr indent="-228600" lvl="3" marL="1828800" algn="l">
              <a:lnSpc>
                <a:spcPct val="90000"/>
              </a:lnSpc>
              <a:spcBef>
                <a:spcPts val="500"/>
              </a:spcBef>
              <a:spcAft>
                <a:spcPts val="0"/>
              </a:spcAft>
              <a:buClr>
                <a:srgbClr val="0E2D69"/>
              </a:buClr>
              <a:buSzPts val="1000"/>
              <a:buNone/>
              <a:defRPr b="0" i="0" sz="1000">
                <a:solidFill>
                  <a:srgbClr val="0E2D69"/>
                </a:solidFill>
                <a:latin typeface="Arial"/>
                <a:ea typeface="Arial"/>
                <a:cs typeface="Arial"/>
                <a:sym typeface="Arial"/>
              </a:defRPr>
            </a:lvl4pPr>
            <a:lvl5pPr indent="-228600" lvl="4" marL="2286000" algn="l">
              <a:lnSpc>
                <a:spcPct val="90000"/>
              </a:lnSpc>
              <a:spcBef>
                <a:spcPts val="500"/>
              </a:spcBef>
              <a:spcAft>
                <a:spcPts val="0"/>
              </a:spcAft>
              <a:buClr>
                <a:srgbClr val="0E2D69"/>
              </a:buClr>
              <a:buSzPts val="1000"/>
              <a:buNone/>
              <a:defRPr b="0" i="0" sz="1000">
                <a:solidFill>
                  <a:srgbClr val="0E2D69"/>
                </a:solidFill>
                <a:latin typeface="Arial"/>
                <a:ea typeface="Arial"/>
                <a:cs typeface="Arial"/>
                <a:sym typeface="Aria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6" name="Google Shape;146;p12"/>
          <p:cNvSpPr txBox="1"/>
          <p:nvPr>
            <p:ph idx="3" type="body"/>
          </p:nvPr>
        </p:nvSpPr>
        <p:spPr>
          <a:xfrm>
            <a:off x="6259892" y="548720"/>
            <a:ext cx="2070100" cy="408109"/>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rgbClr val="0E2D69"/>
              </a:buClr>
              <a:buSzPts val="1000"/>
              <a:buNone/>
              <a:defRPr b="0" i="0" sz="1000">
                <a:solidFill>
                  <a:srgbClr val="0E2D69"/>
                </a:solidFill>
                <a:latin typeface="Arial"/>
                <a:ea typeface="Arial"/>
                <a:cs typeface="Arial"/>
                <a:sym typeface="Arial"/>
              </a:defRPr>
            </a:lvl1pPr>
            <a:lvl2pPr indent="-228600" lvl="1" marL="914400" algn="l">
              <a:lnSpc>
                <a:spcPct val="90000"/>
              </a:lnSpc>
              <a:spcBef>
                <a:spcPts val="500"/>
              </a:spcBef>
              <a:spcAft>
                <a:spcPts val="0"/>
              </a:spcAft>
              <a:buClr>
                <a:srgbClr val="0E2D69"/>
              </a:buClr>
              <a:buSzPts val="1000"/>
              <a:buNone/>
              <a:defRPr b="0" i="0" sz="1000">
                <a:solidFill>
                  <a:srgbClr val="0E2D69"/>
                </a:solidFill>
                <a:latin typeface="Arial"/>
                <a:ea typeface="Arial"/>
                <a:cs typeface="Arial"/>
                <a:sym typeface="Arial"/>
              </a:defRPr>
            </a:lvl2pPr>
            <a:lvl3pPr indent="-228600" lvl="2" marL="1371600" algn="l">
              <a:lnSpc>
                <a:spcPct val="90000"/>
              </a:lnSpc>
              <a:spcBef>
                <a:spcPts val="500"/>
              </a:spcBef>
              <a:spcAft>
                <a:spcPts val="0"/>
              </a:spcAft>
              <a:buClr>
                <a:srgbClr val="0E2D69"/>
              </a:buClr>
              <a:buSzPts val="1000"/>
              <a:buNone/>
              <a:defRPr b="0" i="0" sz="1000">
                <a:solidFill>
                  <a:srgbClr val="0E2D69"/>
                </a:solidFill>
                <a:latin typeface="Arial"/>
                <a:ea typeface="Arial"/>
                <a:cs typeface="Arial"/>
                <a:sym typeface="Arial"/>
              </a:defRPr>
            </a:lvl3pPr>
            <a:lvl4pPr indent="-228600" lvl="3" marL="1828800" algn="l">
              <a:lnSpc>
                <a:spcPct val="90000"/>
              </a:lnSpc>
              <a:spcBef>
                <a:spcPts val="500"/>
              </a:spcBef>
              <a:spcAft>
                <a:spcPts val="0"/>
              </a:spcAft>
              <a:buClr>
                <a:srgbClr val="0E2D69"/>
              </a:buClr>
              <a:buSzPts val="1000"/>
              <a:buNone/>
              <a:defRPr b="0" i="0" sz="1000">
                <a:solidFill>
                  <a:srgbClr val="0E2D69"/>
                </a:solidFill>
                <a:latin typeface="Arial"/>
                <a:ea typeface="Arial"/>
                <a:cs typeface="Arial"/>
                <a:sym typeface="Arial"/>
              </a:defRPr>
            </a:lvl4pPr>
            <a:lvl5pPr indent="-228600" lvl="4" marL="2286000" algn="l">
              <a:lnSpc>
                <a:spcPct val="90000"/>
              </a:lnSpc>
              <a:spcBef>
                <a:spcPts val="500"/>
              </a:spcBef>
              <a:spcAft>
                <a:spcPts val="0"/>
              </a:spcAft>
              <a:buClr>
                <a:srgbClr val="0E2D69"/>
              </a:buClr>
              <a:buSzPts val="1000"/>
              <a:buNone/>
              <a:defRPr b="0" i="0" sz="1000">
                <a:solidFill>
                  <a:srgbClr val="0E2D69"/>
                </a:solidFill>
                <a:latin typeface="Arial"/>
                <a:ea typeface="Arial"/>
                <a:cs typeface="Arial"/>
                <a:sym typeface="Aria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7" name="Google Shape;147;p12"/>
          <p:cNvSpPr txBox="1"/>
          <p:nvPr>
            <p:ph type="title"/>
          </p:nvPr>
        </p:nvSpPr>
        <p:spPr>
          <a:xfrm>
            <a:off x="585899" y="1447790"/>
            <a:ext cx="4322530" cy="777025"/>
          </a:xfrm>
          <a:prstGeom prst="rect">
            <a:avLst/>
          </a:prstGeom>
          <a:noFill/>
          <a:ln>
            <a:noFill/>
          </a:ln>
        </p:spPr>
        <p:txBody>
          <a:bodyPr anchorCtr="0" anchor="t" bIns="0" lIns="0" spcFirstLastPara="1" rIns="0" wrap="square" tIns="0">
            <a:normAutofit/>
          </a:bodyPr>
          <a:lstStyle>
            <a:lvl1pPr lvl="0" algn="l">
              <a:lnSpc>
                <a:spcPct val="100000"/>
              </a:lnSpc>
              <a:spcBef>
                <a:spcPts val="0"/>
              </a:spcBef>
              <a:spcAft>
                <a:spcPts val="0"/>
              </a:spcAft>
              <a:buClr>
                <a:schemeClr val="dk1"/>
              </a:buClr>
              <a:buSzPts val="2400"/>
              <a:buFont typeface="Arial"/>
              <a:buNone/>
              <a:defRPr b="0" i="0" sz="2400">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8" name="Google Shape;148;p12"/>
          <p:cNvSpPr txBox="1"/>
          <p:nvPr>
            <p:ph idx="4" type="body"/>
          </p:nvPr>
        </p:nvSpPr>
        <p:spPr>
          <a:xfrm>
            <a:off x="585898" y="2379663"/>
            <a:ext cx="4322531" cy="2399371"/>
          </a:xfrm>
          <a:prstGeom prst="rect">
            <a:avLst/>
          </a:prstGeom>
          <a:noFill/>
          <a:ln>
            <a:noFill/>
          </a:ln>
        </p:spPr>
        <p:txBody>
          <a:bodyPr anchorCtr="0" anchor="t" bIns="45700" lIns="0" spcFirstLastPara="1" rIns="0" wrap="square" tIns="0">
            <a:normAutofit/>
          </a:bodyPr>
          <a:lstStyle>
            <a:lvl1pPr indent="-228600" lvl="0" marL="457200" marR="0" algn="l">
              <a:lnSpc>
                <a:spcPct val="100000"/>
              </a:lnSpc>
              <a:spcBef>
                <a:spcPts val="1000"/>
              </a:spcBef>
              <a:spcAft>
                <a:spcPts val="0"/>
              </a:spcAft>
              <a:buClr>
                <a:srgbClr val="0E2D69"/>
              </a:buClr>
              <a:buSzPts val="1300"/>
              <a:buFont typeface="Arial"/>
              <a:buNone/>
              <a:defRPr b="0" i="0" sz="1300">
                <a:solidFill>
                  <a:srgbClr val="0E2D69"/>
                </a:solidFill>
                <a:latin typeface="Arial"/>
                <a:ea typeface="Arial"/>
                <a:cs typeface="Arial"/>
                <a:sym typeface="Arial"/>
              </a:defRPr>
            </a:lvl1pPr>
            <a:lvl2pPr indent="-228600" lvl="1" marL="914400" algn="l">
              <a:lnSpc>
                <a:spcPct val="100000"/>
              </a:lnSpc>
              <a:spcBef>
                <a:spcPts val="1000"/>
              </a:spcBef>
              <a:spcAft>
                <a:spcPts val="0"/>
              </a:spcAft>
              <a:buClr>
                <a:srgbClr val="0E2D69"/>
              </a:buClr>
              <a:buSzPts val="1300"/>
              <a:buFont typeface="Arial"/>
              <a:buNone/>
              <a:defRPr b="0" i="0" sz="1300">
                <a:solidFill>
                  <a:srgbClr val="0E2D69"/>
                </a:solidFill>
                <a:latin typeface="Arial"/>
                <a:ea typeface="Arial"/>
                <a:cs typeface="Arial"/>
                <a:sym typeface="Arial"/>
              </a:defRPr>
            </a:lvl2pPr>
            <a:lvl3pPr indent="-228600" lvl="2" marL="1371600" algn="l">
              <a:lnSpc>
                <a:spcPct val="100000"/>
              </a:lnSpc>
              <a:spcBef>
                <a:spcPts val="1000"/>
              </a:spcBef>
              <a:spcAft>
                <a:spcPts val="0"/>
              </a:spcAft>
              <a:buClr>
                <a:srgbClr val="0E2D69"/>
              </a:buClr>
              <a:buSzPts val="1300"/>
              <a:buFont typeface="Arial"/>
              <a:buNone/>
              <a:defRPr b="0" i="0" sz="1300">
                <a:solidFill>
                  <a:srgbClr val="0E2D69"/>
                </a:solidFill>
                <a:latin typeface="Arial"/>
                <a:ea typeface="Arial"/>
                <a:cs typeface="Arial"/>
                <a:sym typeface="Arial"/>
              </a:defRPr>
            </a:lvl3pPr>
            <a:lvl4pPr indent="-228600" lvl="3" marL="1828800" algn="l">
              <a:lnSpc>
                <a:spcPct val="100000"/>
              </a:lnSpc>
              <a:spcBef>
                <a:spcPts val="1000"/>
              </a:spcBef>
              <a:spcAft>
                <a:spcPts val="0"/>
              </a:spcAft>
              <a:buClr>
                <a:srgbClr val="0E2D69"/>
              </a:buClr>
              <a:buSzPts val="1300"/>
              <a:buFont typeface="Arial"/>
              <a:buNone/>
              <a:defRPr b="0" i="0" sz="1300">
                <a:solidFill>
                  <a:srgbClr val="0E2D69"/>
                </a:solidFill>
                <a:latin typeface="Arial"/>
                <a:ea typeface="Arial"/>
                <a:cs typeface="Arial"/>
                <a:sym typeface="Arial"/>
              </a:defRPr>
            </a:lvl4pPr>
            <a:lvl5pPr indent="-228600" lvl="4" marL="2286000" algn="l">
              <a:lnSpc>
                <a:spcPct val="100000"/>
              </a:lnSpc>
              <a:spcBef>
                <a:spcPts val="1000"/>
              </a:spcBef>
              <a:spcAft>
                <a:spcPts val="0"/>
              </a:spcAft>
              <a:buClr>
                <a:srgbClr val="0E2D69"/>
              </a:buClr>
              <a:buSzPts val="1300"/>
              <a:buFont typeface="Arial"/>
              <a:buNone/>
              <a:defRPr b="0" i="0" sz="1300">
                <a:solidFill>
                  <a:srgbClr val="0E2D69"/>
                </a:solidFill>
                <a:latin typeface="Arial"/>
                <a:ea typeface="Arial"/>
                <a:cs typeface="Arial"/>
                <a:sym typeface="Aria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9" name="Google Shape;149;p12"/>
          <p:cNvSpPr/>
          <p:nvPr/>
        </p:nvSpPr>
        <p:spPr>
          <a:xfrm>
            <a:off x="5392982" y="1447790"/>
            <a:ext cx="830997" cy="830997"/>
          </a:xfrm>
          <a:prstGeom prst="ellipse">
            <a:avLst/>
          </a:prstGeom>
          <a:solidFill>
            <a:srgbClr val="0E2D6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50" name="Google Shape;150;p12"/>
          <p:cNvSpPr/>
          <p:nvPr/>
        </p:nvSpPr>
        <p:spPr>
          <a:xfrm>
            <a:off x="6742925" y="1447790"/>
            <a:ext cx="830997" cy="830997"/>
          </a:xfrm>
          <a:prstGeom prst="ellipse">
            <a:avLst/>
          </a:prstGeom>
          <a:solidFill>
            <a:srgbClr val="234A9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51" name="Google Shape;151;p12"/>
          <p:cNvSpPr/>
          <p:nvPr/>
        </p:nvSpPr>
        <p:spPr>
          <a:xfrm>
            <a:off x="8092868" y="1447790"/>
            <a:ext cx="830997" cy="830997"/>
          </a:xfrm>
          <a:prstGeom prst="ellipse">
            <a:avLst/>
          </a:prstGeom>
          <a:solidFill>
            <a:srgbClr val="11A0D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52" name="Google Shape;152;p12"/>
          <p:cNvSpPr/>
          <p:nvPr/>
        </p:nvSpPr>
        <p:spPr>
          <a:xfrm>
            <a:off x="9442811" y="1447790"/>
            <a:ext cx="830997" cy="830997"/>
          </a:xfrm>
          <a:prstGeom prst="ellipse">
            <a:avLst/>
          </a:prstGeom>
          <a:solidFill>
            <a:srgbClr val="029C6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53" name="Google Shape;153;p12"/>
          <p:cNvSpPr/>
          <p:nvPr/>
        </p:nvSpPr>
        <p:spPr>
          <a:xfrm>
            <a:off x="10792754" y="1447790"/>
            <a:ext cx="830997" cy="830997"/>
          </a:xfrm>
          <a:prstGeom prst="ellipse">
            <a:avLst/>
          </a:prstGeom>
          <a:solidFill>
            <a:srgbClr val="EB681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54" name="Google Shape;154;p12"/>
          <p:cNvSpPr/>
          <p:nvPr/>
        </p:nvSpPr>
        <p:spPr>
          <a:xfrm>
            <a:off x="5392982" y="2708699"/>
            <a:ext cx="830997" cy="830997"/>
          </a:xfrm>
          <a:prstGeom prst="ellipse">
            <a:avLst/>
          </a:prstGeom>
          <a:solidFill>
            <a:srgbClr val="7D4EB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55" name="Google Shape;155;p12"/>
          <p:cNvSpPr/>
          <p:nvPr/>
        </p:nvSpPr>
        <p:spPr>
          <a:xfrm>
            <a:off x="6742925" y="2708699"/>
            <a:ext cx="830997" cy="830997"/>
          </a:xfrm>
          <a:prstGeom prst="ellipse">
            <a:avLst/>
          </a:prstGeom>
          <a:solidFill>
            <a:srgbClr val="E61F3D"/>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56" name="Google Shape;156;p12"/>
          <p:cNvSpPr/>
          <p:nvPr/>
        </p:nvSpPr>
        <p:spPr>
          <a:xfrm>
            <a:off x="8092868" y="2708699"/>
            <a:ext cx="830997" cy="830997"/>
          </a:xfrm>
          <a:prstGeom prst="ellipse">
            <a:avLst/>
          </a:prstGeom>
          <a:solidFill>
            <a:srgbClr val="FBBA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57" name="Google Shape;157;p12"/>
          <p:cNvSpPr/>
          <p:nvPr/>
        </p:nvSpPr>
        <p:spPr>
          <a:xfrm>
            <a:off x="9442811" y="2708699"/>
            <a:ext cx="830997" cy="830997"/>
          </a:xfrm>
          <a:prstGeom prst="ellipse">
            <a:avLst/>
          </a:prstGeom>
          <a:solidFill>
            <a:srgbClr val="7DA0D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58" name="Google Shape;158;p12"/>
          <p:cNvSpPr/>
          <p:nvPr/>
        </p:nvSpPr>
        <p:spPr>
          <a:xfrm>
            <a:off x="10792754" y="2708699"/>
            <a:ext cx="830997" cy="830997"/>
          </a:xfrm>
          <a:prstGeom prst="ellipse">
            <a:avLst/>
          </a:prstGeom>
          <a:solidFill>
            <a:srgbClr val="47A0A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59" name="Google Shape;159;p12"/>
          <p:cNvSpPr/>
          <p:nvPr/>
        </p:nvSpPr>
        <p:spPr>
          <a:xfrm>
            <a:off x="5392982" y="3969609"/>
            <a:ext cx="830997" cy="830997"/>
          </a:xfrm>
          <a:prstGeom prst="ellipse">
            <a:avLst/>
          </a:prstGeom>
          <a:solidFill>
            <a:srgbClr val="EB8C3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60" name="Google Shape;160;p12"/>
          <p:cNvSpPr/>
          <p:nvPr/>
        </p:nvSpPr>
        <p:spPr>
          <a:xfrm>
            <a:off x="6742925" y="3969609"/>
            <a:ext cx="830997" cy="830997"/>
          </a:xfrm>
          <a:prstGeom prst="ellipse">
            <a:avLst/>
          </a:prstGeom>
          <a:solidFill>
            <a:srgbClr val="96628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61" name="Google Shape;161;p12"/>
          <p:cNvSpPr/>
          <p:nvPr/>
        </p:nvSpPr>
        <p:spPr>
          <a:xfrm>
            <a:off x="8092868" y="3969609"/>
            <a:ext cx="830997" cy="830997"/>
          </a:xfrm>
          <a:prstGeom prst="ellipse">
            <a:avLst/>
          </a:prstGeom>
          <a:solidFill>
            <a:srgbClr val="CD5A5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62" name="Google Shape;162;p12"/>
          <p:cNvSpPr/>
          <p:nvPr/>
        </p:nvSpPr>
        <p:spPr>
          <a:xfrm>
            <a:off x="9442811" y="3969609"/>
            <a:ext cx="830997" cy="830997"/>
          </a:xfrm>
          <a:prstGeom prst="ellipse">
            <a:avLst/>
          </a:prstGeom>
          <a:solidFill>
            <a:srgbClr val="FFD74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63" name="Google Shape;163;p12"/>
          <p:cNvSpPr/>
          <p:nvPr/>
        </p:nvSpPr>
        <p:spPr>
          <a:xfrm>
            <a:off x="10792754" y="3969609"/>
            <a:ext cx="830997" cy="830997"/>
          </a:xfrm>
          <a:prstGeom prst="ellipse">
            <a:avLst/>
          </a:prstGeom>
          <a:solidFill>
            <a:srgbClr val="CDDD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64" name="Google Shape;164;p12"/>
          <p:cNvSpPr/>
          <p:nvPr/>
        </p:nvSpPr>
        <p:spPr>
          <a:xfrm>
            <a:off x="5392982" y="5249769"/>
            <a:ext cx="830997" cy="830997"/>
          </a:xfrm>
          <a:prstGeom prst="ellipse">
            <a:avLst/>
          </a:prstGeom>
          <a:solidFill>
            <a:srgbClr val="D7EBB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65" name="Google Shape;165;p12"/>
          <p:cNvSpPr/>
          <p:nvPr/>
        </p:nvSpPr>
        <p:spPr>
          <a:xfrm>
            <a:off x="6742925" y="5249769"/>
            <a:ext cx="830997" cy="830997"/>
          </a:xfrm>
          <a:prstGeom prst="ellipse">
            <a:avLst/>
          </a:prstGeom>
          <a:solidFill>
            <a:srgbClr val="FFDC9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66" name="Google Shape;166;p12"/>
          <p:cNvSpPr/>
          <p:nvPr/>
        </p:nvSpPr>
        <p:spPr>
          <a:xfrm>
            <a:off x="8092868" y="5249769"/>
            <a:ext cx="830997" cy="830997"/>
          </a:xfrm>
          <a:prstGeom prst="ellipse">
            <a:avLst/>
          </a:prstGeom>
          <a:solidFill>
            <a:srgbClr val="D7C3F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67" name="Google Shape;167;p12"/>
          <p:cNvSpPr/>
          <p:nvPr/>
        </p:nvSpPr>
        <p:spPr>
          <a:xfrm>
            <a:off x="9442811" y="5249769"/>
            <a:ext cx="830997" cy="830997"/>
          </a:xfrm>
          <a:prstGeom prst="ellipse">
            <a:avLst/>
          </a:prstGeom>
          <a:solidFill>
            <a:srgbClr val="F6C3C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68" name="Google Shape;168;p12"/>
          <p:cNvSpPr/>
          <p:nvPr/>
        </p:nvSpPr>
        <p:spPr>
          <a:xfrm>
            <a:off x="10792754" y="5249769"/>
            <a:ext cx="830997" cy="830997"/>
          </a:xfrm>
          <a:prstGeom prst="ellipse">
            <a:avLst/>
          </a:prstGeom>
          <a:solidFill>
            <a:srgbClr val="FFF07D"/>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чистый_2">
  <p:cSld name="чистый_2">
    <p:bg>
      <p:bgPr>
        <a:blipFill>
          <a:blip r:embed="rId2">
            <a:alphaModFix/>
          </a:blip>
          <a:stretch>
            <a:fillRect/>
          </a:stretch>
        </a:blipFill>
      </p:bgPr>
    </p:bg>
    <p:spTree>
      <p:nvGrpSpPr>
        <p:cNvPr id="169" name="Shape 169"/>
        <p:cNvGrpSpPr/>
        <p:nvPr/>
      </p:nvGrpSpPr>
      <p:grpSpPr>
        <a:xfrm>
          <a:off x="0" y="0"/>
          <a:ext cx="0" cy="0"/>
          <a:chOff x="0" y="0"/>
          <a:chExt cx="0" cy="0"/>
        </a:xfrm>
      </p:grpSpPr>
      <p:pic>
        <p:nvPicPr>
          <p:cNvPr descr="Icon&#10;&#10;Description automatically generated" id="170" name="Google Shape;170;p13"/>
          <p:cNvPicPr preferRelativeResize="0"/>
          <p:nvPr/>
        </p:nvPicPr>
        <p:blipFill rotWithShape="1">
          <a:blip r:embed="rId3">
            <a:alphaModFix/>
          </a:blip>
          <a:srcRect b="0" l="0" r="0" t="0"/>
          <a:stretch/>
        </p:blipFill>
        <p:spPr>
          <a:xfrm>
            <a:off x="517199" y="464363"/>
            <a:ext cx="448276" cy="448276"/>
          </a:xfrm>
          <a:prstGeom prst="rect">
            <a:avLst/>
          </a:prstGeom>
          <a:noFill/>
          <a:ln>
            <a:noFill/>
          </a:ln>
        </p:spPr>
      </p:pic>
      <p:cxnSp>
        <p:nvCxnSpPr>
          <p:cNvPr id="171" name="Google Shape;171;p13"/>
          <p:cNvCxnSpPr/>
          <p:nvPr/>
        </p:nvCxnSpPr>
        <p:spPr>
          <a:xfrm>
            <a:off x="3298686" y="464363"/>
            <a:ext cx="0" cy="586260"/>
          </a:xfrm>
          <a:prstGeom prst="straightConnector1">
            <a:avLst/>
          </a:prstGeom>
          <a:noFill/>
          <a:ln cap="flat" cmpd="sng" w="12700">
            <a:solidFill>
              <a:srgbClr val="102D69"/>
            </a:solidFill>
            <a:prstDash val="solid"/>
            <a:miter lim="800000"/>
            <a:headEnd len="sm" w="sm" type="none"/>
            <a:tailEnd len="sm" w="sm" type="none"/>
          </a:ln>
        </p:spPr>
      </p:cxnSp>
      <p:cxnSp>
        <p:nvCxnSpPr>
          <p:cNvPr id="172" name="Google Shape;172;p13"/>
          <p:cNvCxnSpPr/>
          <p:nvPr/>
        </p:nvCxnSpPr>
        <p:spPr>
          <a:xfrm>
            <a:off x="6099416" y="464363"/>
            <a:ext cx="0" cy="586260"/>
          </a:xfrm>
          <a:prstGeom prst="straightConnector1">
            <a:avLst/>
          </a:prstGeom>
          <a:noFill/>
          <a:ln cap="flat" cmpd="sng" w="12700">
            <a:solidFill>
              <a:srgbClr val="102D69"/>
            </a:solidFill>
            <a:prstDash val="solid"/>
            <a:miter lim="800000"/>
            <a:headEnd len="sm" w="sm" type="none"/>
            <a:tailEnd len="sm" w="sm" type="none"/>
          </a:ln>
        </p:spPr>
      </p:cxnSp>
      <p:cxnSp>
        <p:nvCxnSpPr>
          <p:cNvPr id="173" name="Google Shape;173;p13"/>
          <p:cNvCxnSpPr/>
          <p:nvPr/>
        </p:nvCxnSpPr>
        <p:spPr>
          <a:xfrm>
            <a:off x="10277081" y="464363"/>
            <a:ext cx="0" cy="586260"/>
          </a:xfrm>
          <a:prstGeom prst="straightConnector1">
            <a:avLst/>
          </a:prstGeom>
          <a:noFill/>
          <a:ln cap="flat" cmpd="sng" w="12700">
            <a:solidFill>
              <a:srgbClr val="102D69"/>
            </a:solidFill>
            <a:prstDash val="solid"/>
            <a:miter lim="800000"/>
            <a:headEnd len="sm" w="sm" type="none"/>
            <a:tailEnd len="sm" w="sm" type="none"/>
          </a:ln>
        </p:spPr>
      </p:cxnSp>
      <p:sp>
        <p:nvSpPr>
          <p:cNvPr id="174" name="Google Shape;174;p13"/>
          <p:cNvSpPr txBox="1"/>
          <p:nvPr/>
        </p:nvSpPr>
        <p:spPr>
          <a:xfrm>
            <a:off x="10410201" y="532278"/>
            <a:ext cx="671977" cy="307777"/>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fld id="{00000000-1234-1234-1234-123412341234}" type="slidenum">
              <a:rPr lang="ru-RU" sz="2000">
                <a:solidFill>
                  <a:srgbClr val="102D69"/>
                </a:solidFill>
                <a:latin typeface="Arial"/>
                <a:ea typeface="Arial"/>
                <a:cs typeface="Arial"/>
                <a:sym typeface="Arial"/>
              </a:rPr>
              <a:t>‹#›</a:t>
            </a:fld>
            <a:endParaRPr sz="2000">
              <a:solidFill>
                <a:srgbClr val="102D69"/>
              </a:solidFill>
              <a:latin typeface="Arial"/>
              <a:ea typeface="Arial"/>
              <a:cs typeface="Arial"/>
              <a:sym typeface="Arial"/>
            </a:endParaRPr>
          </a:p>
        </p:txBody>
      </p:sp>
      <p:cxnSp>
        <p:nvCxnSpPr>
          <p:cNvPr id="175" name="Google Shape;175;p13"/>
          <p:cNvCxnSpPr/>
          <p:nvPr/>
        </p:nvCxnSpPr>
        <p:spPr>
          <a:xfrm>
            <a:off x="11643868" y="464363"/>
            <a:ext cx="0" cy="586260"/>
          </a:xfrm>
          <a:prstGeom prst="straightConnector1">
            <a:avLst/>
          </a:prstGeom>
          <a:noFill/>
          <a:ln cap="flat" cmpd="sng" w="12700">
            <a:solidFill>
              <a:srgbClr val="102D69"/>
            </a:solidFill>
            <a:prstDash val="solid"/>
            <a:miter lim="800000"/>
            <a:headEnd len="sm" w="sm" type="none"/>
            <a:tailEnd len="sm" w="sm" type="none"/>
          </a:ln>
        </p:spPr>
      </p:cxnSp>
      <p:sp>
        <p:nvSpPr>
          <p:cNvPr id="176" name="Google Shape;176;p13"/>
          <p:cNvSpPr txBox="1"/>
          <p:nvPr>
            <p:ph idx="1" type="body"/>
          </p:nvPr>
        </p:nvSpPr>
        <p:spPr>
          <a:xfrm>
            <a:off x="1143689" y="540904"/>
            <a:ext cx="1901825" cy="415925"/>
          </a:xfrm>
          <a:prstGeom prst="rect">
            <a:avLst/>
          </a:prstGeom>
          <a:noFill/>
          <a:ln>
            <a:noFill/>
          </a:ln>
        </p:spPr>
        <p:txBody>
          <a:bodyPr anchorCtr="0" anchor="t" bIns="0" lIns="0" spcFirstLastPara="1" rIns="0" wrap="square" tIns="0">
            <a:noAutofit/>
          </a:bodyPr>
          <a:lstStyle>
            <a:lvl1pPr indent="-228600" lvl="0" marL="457200" marR="0" algn="l">
              <a:lnSpc>
                <a:spcPct val="100000"/>
              </a:lnSpc>
              <a:spcBef>
                <a:spcPts val="0"/>
              </a:spcBef>
              <a:spcAft>
                <a:spcPts val="0"/>
              </a:spcAft>
              <a:buClr>
                <a:schemeClr val="dk1"/>
              </a:buClr>
              <a:buSzPts val="1000"/>
              <a:buFont typeface="Arial"/>
              <a:buNone/>
              <a:defRPr b="0" i="0" sz="1000">
                <a:latin typeface="Arial"/>
                <a:ea typeface="Arial"/>
                <a:cs typeface="Arial"/>
                <a:sym typeface="Arial"/>
              </a:defRPr>
            </a:lvl1pPr>
            <a:lvl2pPr indent="-228600" lvl="1" marL="914400" algn="l">
              <a:lnSpc>
                <a:spcPct val="100000"/>
              </a:lnSpc>
              <a:spcBef>
                <a:spcPts val="500"/>
              </a:spcBef>
              <a:spcAft>
                <a:spcPts val="0"/>
              </a:spcAft>
              <a:buClr>
                <a:schemeClr val="dk1"/>
              </a:buClr>
              <a:buSzPts val="1000"/>
              <a:buNone/>
              <a:defRPr b="0" i="0" sz="1000">
                <a:latin typeface="Arial"/>
                <a:ea typeface="Arial"/>
                <a:cs typeface="Arial"/>
                <a:sym typeface="Arial"/>
              </a:defRPr>
            </a:lvl2pPr>
            <a:lvl3pPr indent="-228600" lvl="2" marL="1371600" algn="l">
              <a:lnSpc>
                <a:spcPct val="100000"/>
              </a:lnSpc>
              <a:spcBef>
                <a:spcPts val="500"/>
              </a:spcBef>
              <a:spcAft>
                <a:spcPts val="0"/>
              </a:spcAft>
              <a:buClr>
                <a:schemeClr val="dk1"/>
              </a:buClr>
              <a:buSzPts val="1000"/>
              <a:buNone/>
              <a:defRPr b="0" i="0" sz="1000">
                <a:latin typeface="Arial"/>
                <a:ea typeface="Arial"/>
                <a:cs typeface="Arial"/>
                <a:sym typeface="Arial"/>
              </a:defRPr>
            </a:lvl3pPr>
            <a:lvl4pPr indent="-228600" lvl="3" marL="1828800" algn="l">
              <a:lnSpc>
                <a:spcPct val="100000"/>
              </a:lnSpc>
              <a:spcBef>
                <a:spcPts val="500"/>
              </a:spcBef>
              <a:spcAft>
                <a:spcPts val="0"/>
              </a:spcAft>
              <a:buClr>
                <a:schemeClr val="dk1"/>
              </a:buClr>
              <a:buSzPts val="1000"/>
              <a:buNone/>
              <a:defRPr b="0" i="0" sz="1000">
                <a:latin typeface="Arial"/>
                <a:ea typeface="Arial"/>
                <a:cs typeface="Arial"/>
                <a:sym typeface="Arial"/>
              </a:defRPr>
            </a:lvl4pPr>
            <a:lvl5pPr indent="-228600" lvl="4" marL="2286000" algn="l">
              <a:lnSpc>
                <a:spcPct val="100000"/>
              </a:lnSpc>
              <a:spcBef>
                <a:spcPts val="500"/>
              </a:spcBef>
              <a:spcAft>
                <a:spcPts val="0"/>
              </a:spcAft>
              <a:buClr>
                <a:schemeClr val="dk1"/>
              </a:buClr>
              <a:buSzPts val="1000"/>
              <a:buNone/>
              <a:defRPr b="0" i="0" sz="1000">
                <a:latin typeface="Arial"/>
                <a:ea typeface="Arial"/>
                <a:cs typeface="Arial"/>
                <a:sym typeface="Aria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77" name="Google Shape;177;p13"/>
          <p:cNvSpPr txBox="1"/>
          <p:nvPr>
            <p:ph idx="2" type="body"/>
          </p:nvPr>
        </p:nvSpPr>
        <p:spPr>
          <a:xfrm>
            <a:off x="3459163" y="548720"/>
            <a:ext cx="2070100" cy="408109"/>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rgbClr val="0E2D69"/>
              </a:buClr>
              <a:buSzPts val="1000"/>
              <a:buNone/>
              <a:defRPr b="0" i="0" sz="1000">
                <a:solidFill>
                  <a:srgbClr val="0E2D69"/>
                </a:solidFill>
                <a:latin typeface="Arial"/>
                <a:ea typeface="Arial"/>
                <a:cs typeface="Arial"/>
                <a:sym typeface="Arial"/>
              </a:defRPr>
            </a:lvl1pPr>
            <a:lvl2pPr indent="-228600" lvl="1" marL="914400" algn="l">
              <a:lnSpc>
                <a:spcPct val="90000"/>
              </a:lnSpc>
              <a:spcBef>
                <a:spcPts val="500"/>
              </a:spcBef>
              <a:spcAft>
                <a:spcPts val="0"/>
              </a:spcAft>
              <a:buClr>
                <a:srgbClr val="0E2D69"/>
              </a:buClr>
              <a:buSzPts val="1000"/>
              <a:buNone/>
              <a:defRPr b="0" i="0" sz="1000">
                <a:solidFill>
                  <a:srgbClr val="0E2D69"/>
                </a:solidFill>
                <a:latin typeface="Arial"/>
                <a:ea typeface="Arial"/>
                <a:cs typeface="Arial"/>
                <a:sym typeface="Arial"/>
              </a:defRPr>
            </a:lvl2pPr>
            <a:lvl3pPr indent="-228600" lvl="2" marL="1371600" algn="l">
              <a:lnSpc>
                <a:spcPct val="90000"/>
              </a:lnSpc>
              <a:spcBef>
                <a:spcPts val="500"/>
              </a:spcBef>
              <a:spcAft>
                <a:spcPts val="0"/>
              </a:spcAft>
              <a:buClr>
                <a:srgbClr val="0E2D69"/>
              </a:buClr>
              <a:buSzPts val="1000"/>
              <a:buNone/>
              <a:defRPr b="0" i="0" sz="1000">
                <a:solidFill>
                  <a:srgbClr val="0E2D69"/>
                </a:solidFill>
                <a:latin typeface="Arial"/>
                <a:ea typeface="Arial"/>
                <a:cs typeface="Arial"/>
                <a:sym typeface="Arial"/>
              </a:defRPr>
            </a:lvl3pPr>
            <a:lvl4pPr indent="-228600" lvl="3" marL="1828800" algn="l">
              <a:lnSpc>
                <a:spcPct val="90000"/>
              </a:lnSpc>
              <a:spcBef>
                <a:spcPts val="500"/>
              </a:spcBef>
              <a:spcAft>
                <a:spcPts val="0"/>
              </a:spcAft>
              <a:buClr>
                <a:srgbClr val="0E2D69"/>
              </a:buClr>
              <a:buSzPts val="1000"/>
              <a:buNone/>
              <a:defRPr b="0" i="0" sz="1000">
                <a:solidFill>
                  <a:srgbClr val="0E2D69"/>
                </a:solidFill>
                <a:latin typeface="Arial"/>
                <a:ea typeface="Arial"/>
                <a:cs typeface="Arial"/>
                <a:sym typeface="Arial"/>
              </a:defRPr>
            </a:lvl4pPr>
            <a:lvl5pPr indent="-228600" lvl="4" marL="2286000" algn="l">
              <a:lnSpc>
                <a:spcPct val="90000"/>
              </a:lnSpc>
              <a:spcBef>
                <a:spcPts val="500"/>
              </a:spcBef>
              <a:spcAft>
                <a:spcPts val="0"/>
              </a:spcAft>
              <a:buClr>
                <a:srgbClr val="0E2D69"/>
              </a:buClr>
              <a:buSzPts val="1000"/>
              <a:buNone/>
              <a:defRPr b="0" i="0" sz="1000">
                <a:solidFill>
                  <a:srgbClr val="0E2D69"/>
                </a:solidFill>
                <a:latin typeface="Arial"/>
                <a:ea typeface="Arial"/>
                <a:cs typeface="Arial"/>
                <a:sym typeface="Aria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78" name="Google Shape;178;p13"/>
          <p:cNvSpPr txBox="1"/>
          <p:nvPr>
            <p:ph idx="3" type="body"/>
          </p:nvPr>
        </p:nvSpPr>
        <p:spPr>
          <a:xfrm>
            <a:off x="6259892" y="548720"/>
            <a:ext cx="2070100" cy="408109"/>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rgbClr val="0E2D69"/>
              </a:buClr>
              <a:buSzPts val="1000"/>
              <a:buNone/>
              <a:defRPr b="0" i="0" sz="1000">
                <a:solidFill>
                  <a:srgbClr val="0E2D69"/>
                </a:solidFill>
                <a:latin typeface="Arial"/>
                <a:ea typeface="Arial"/>
                <a:cs typeface="Arial"/>
                <a:sym typeface="Arial"/>
              </a:defRPr>
            </a:lvl1pPr>
            <a:lvl2pPr indent="-228600" lvl="1" marL="914400" algn="l">
              <a:lnSpc>
                <a:spcPct val="90000"/>
              </a:lnSpc>
              <a:spcBef>
                <a:spcPts val="500"/>
              </a:spcBef>
              <a:spcAft>
                <a:spcPts val="0"/>
              </a:spcAft>
              <a:buClr>
                <a:srgbClr val="0E2D69"/>
              </a:buClr>
              <a:buSzPts val="1000"/>
              <a:buNone/>
              <a:defRPr b="0" i="0" sz="1000">
                <a:solidFill>
                  <a:srgbClr val="0E2D69"/>
                </a:solidFill>
                <a:latin typeface="Arial"/>
                <a:ea typeface="Arial"/>
                <a:cs typeface="Arial"/>
                <a:sym typeface="Arial"/>
              </a:defRPr>
            </a:lvl2pPr>
            <a:lvl3pPr indent="-228600" lvl="2" marL="1371600" algn="l">
              <a:lnSpc>
                <a:spcPct val="90000"/>
              </a:lnSpc>
              <a:spcBef>
                <a:spcPts val="500"/>
              </a:spcBef>
              <a:spcAft>
                <a:spcPts val="0"/>
              </a:spcAft>
              <a:buClr>
                <a:srgbClr val="0E2D69"/>
              </a:buClr>
              <a:buSzPts val="1000"/>
              <a:buNone/>
              <a:defRPr b="0" i="0" sz="1000">
                <a:solidFill>
                  <a:srgbClr val="0E2D69"/>
                </a:solidFill>
                <a:latin typeface="Arial"/>
                <a:ea typeface="Arial"/>
                <a:cs typeface="Arial"/>
                <a:sym typeface="Arial"/>
              </a:defRPr>
            </a:lvl3pPr>
            <a:lvl4pPr indent="-228600" lvl="3" marL="1828800" algn="l">
              <a:lnSpc>
                <a:spcPct val="90000"/>
              </a:lnSpc>
              <a:spcBef>
                <a:spcPts val="500"/>
              </a:spcBef>
              <a:spcAft>
                <a:spcPts val="0"/>
              </a:spcAft>
              <a:buClr>
                <a:srgbClr val="0E2D69"/>
              </a:buClr>
              <a:buSzPts val="1000"/>
              <a:buNone/>
              <a:defRPr b="0" i="0" sz="1000">
                <a:solidFill>
                  <a:srgbClr val="0E2D69"/>
                </a:solidFill>
                <a:latin typeface="Arial"/>
                <a:ea typeface="Arial"/>
                <a:cs typeface="Arial"/>
                <a:sym typeface="Arial"/>
              </a:defRPr>
            </a:lvl4pPr>
            <a:lvl5pPr indent="-228600" lvl="4" marL="2286000" algn="l">
              <a:lnSpc>
                <a:spcPct val="90000"/>
              </a:lnSpc>
              <a:spcBef>
                <a:spcPts val="500"/>
              </a:spcBef>
              <a:spcAft>
                <a:spcPts val="0"/>
              </a:spcAft>
              <a:buClr>
                <a:srgbClr val="0E2D69"/>
              </a:buClr>
              <a:buSzPts val="1000"/>
              <a:buNone/>
              <a:defRPr b="0" i="0" sz="1000">
                <a:solidFill>
                  <a:srgbClr val="0E2D69"/>
                </a:solidFill>
                <a:latin typeface="Arial"/>
                <a:ea typeface="Arial"/>
                <a:cs typeface="Arial"/>
                <a:sym typeface="Aria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1.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 name="Google Shape;12;p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C9F"/>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 name="Google Shape;13;p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C9F"/>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 name="Google Shape;14;p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C9F"/>
                </a:solidFill>
                <a:latin typeface="Calibri"/>
                <a:ea typeface="Calibri"/>
                <a:cs typeface="Calibri"/>
                <a:sym typeface="Calibri"/>
              </a:defRPr>
            </a:lvl1pPr>
            <a:lvl2pPr indent="0" lvl="1" marL="0" marR="0" rtl="0" algn="r">
              <a:spcBef>
                <a:spcPts val="0"/>
              </a:spcBef>
              <a:buNone/>
              <a:defRPr b="0" i="0" sz="1200" u="none" cap="none" strike="noStrike">
                <a:solidFill>
                  <a:srgbClr val="888C9F"/>
                </a:solidFill>
                <a:latin typeface="Calibri"/>
                <a:ea typeface="Calibri"/>
                <a:cs typeface="Calibri"/>
                <a:sym typeface="Calibri"/>
              </a:defRPr>
            </a:lvl2pPr>
            <a:lvl3pPr indent="0" lvl="2" marL="0" marR="0" rtl="0" algn="r">
              <a:spcBef>
                <a:spcPts val="0"/>
              </a:spcBef>
              <a:buNone/>
              <a:defRPr b="0" i="0" sz="1200" u="none" cap="none" strike="noStrike">
                <a:solidFill>
                  <a:srgbClr val="888C9F"/>
                </a:solidFill>
                <a:latin typeface="Calibri"/>
                <a:ea typeface="Calibri"/>
                <a:cs typeface="Calibri"/>
                <a:sym typeface="Calibri"/>
              </a:defRPr>
            </a:lvl3pPr>
            <a:lvl4pPr indent="0" lvl="3" marL="0" marR="0" rtl="0" algn="r">
              <a:spcBef>
                <a:spcPts val="0"/>
              </a:spcBef>
              <a:buNone/>
              <a:defRPr b="0" i="0" sz="1200" u="none" cap="none" strike="noStrike">
                <a:solidFill>
                  <a:srgbClr val="888C9F"/>
                </a:solidFill>
                <a:latin typeface="Calibri"/>
                <a:ea typeface="Calibri"/>
                <a:cs typeface="Calibri"/>
                <a:sym typeface="Calibri"/>
              </a:defRPr>
            </a:lvl4pPr>
            <a:lvl5pPr indent="0" lvl="4" marL="0" marR="0" rtl="0" algn="r">
              <a:spcBef>
                <a:spcPts val="0"/>
              </a:spcBef>
              <a:buNone/>
              <a:defRPr b="0" i="0" sz="1200" u="none" cap="none" strike="noStrike">
                <a:solidFill>
                  <a:srgbClr val="888C9F"/>
                </a:solidFill>
                <a:latin typeface="Calibri"/>
                <a:ea typeface="Calibri"/>
                <a:cs typeface="Calibri"/>
                <a:sym typeface="Calibri"/>
              </a:defRPr>
            </a:lvl5pPr>
            <a:lvl6pPr indent="0" lvl="5" marL="0" marR="0" rtl="0" algn="r">
              <a:spcBef>
                <a:spcPts val="0"/>
              </a:spcBef>
              <a:buNone/>
              <a:defRPr b="0" i="0" sz="1200" u="none" cap="none" strike="noStrike">
                <a:solidFill>
                  <a:srgbClr val="888C9F"/>
                </a:solidFill>
                <a:latin typeface="Calibri"/>
                <a:ea typeface="Calibri"/>
                <a:cs typeface="Calibri"/>
                <a:sym typeface="Calibri"/>
              </a:defRPr>
            </a:lvl6pPr>
            <a:lvl7pPr indent="0" lvl="6" marL="0" marR="0" rtl="0" algn="r">
              <a:spcBef>
                <a:spcPts val="0"/>
              </a:spcBef>
              <a:buNone/>
              <a:defRPr b="0" i="0" sz="1200" u="none" cap="none" strike="noStrike">
                <a:solidFill>
                  <a:srgbClr val="888C9F"/>
                </a:solidFill>
                <a:latin typeface="Calibri"/>
                <a:ea typeface="Calibri"/>
                <a:cs typeface="Calibri"/>
                <a:sym typeface="Calibri"/>
              </a:defRPr>
            </a:lvl7pPr>
            <a:lvl8pPr indent="0" lvl="7" marL="0" marR="0" rtl="0" algn="r">
              <a:spcBef>
                <a:spcPts val="0"/>
              </a:spcBef>
              <a:buNone/>
              <a:defRPr b="0" i="0" sz="1200" u="none" cap="none" strike="noStrike">
                <a:solidFill>
                  <a:srgbClr val="888C9F"/>
                </a:solidFill>
                <a:latin typeface="Calibri"/>
                <a:ea typeface="Calibri"/>
                <a:cs typeface="Calibri"/>
                <a:sym typeface="Calibri"/>
              </a:defRPr>
            </a:lvl8pPr>
            <a:lvl9pPr indent="0" lvl="8" marL="0" marR="0" rtl="0" algn="r">
              <a:spcBef>
                <a:spcPts val="0"/>
              </a:spcBef>
              <a:buNone/>
              <a:defRPr b="0" i="0" sz="1200" u="none" cap="none" strike="noStrike">
                <a:solidFill>
                  <a:srgbClr val="888C9F"/>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ru-RU"/>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6.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14"/>
          <p:cNvSpPr txBox="1"/>
          <p:nvPr>
            <p:ph type="title"/>
          </p:nvPr>
        </p:nvSpPr>
        <p:spPr>
          <a:xfrm>
            <a:off x="1027967" y="2404670"/>
            <a:ext cx="7634059" cy="1978323"/>
          </a:xfrm>
          <a:prstGeom prst="rect">
            <a:avLst/>
          </a:prstGeom>
          <a:noFill/>
          <a:ln>
            <a:noFill/>
          </a:ln>
        </p:spPr>
        <p:txBody>
          <a:bodyPr anchorCtr="0" anchor="t" bIns="0" lIns="0" spcFirstLastPara="1" rIns="0" wrap="square" tIns="0">
            <a:normAutofit fontScale="90000"/>
          </a:bodyPr>
          <a:lstStyle/>
          <a:p>
            <a:pPr indent="0" lvl="0" marL="0" rtl="0" algn="l">
              <a:lnSpc>
                <a:spcPct val="100000"/>
              </a:lnSpc>
              <a:spcBef>
                <a:spcPts val="0"/>
              </a:spcBef>
              <a:spcAft>
                <a:spcPts val="0"/>
              </a:spcAft>
              <a:buClr>
                <a:srgbClr val="0E2D69"/>
              </a:buClr>
              <a:buSzPct val="100000"/>
              <a:buFont typeface="Arial"/>
              <a:buNone/>
            </a:pPr>
            <a:r>
              <a:rPr lang="ru-RU"/>
              <a:t>Механизмы цифрового забвения: </a:t>
            </a:r>
            <a:r>
              <a:rPr lang="ru-RU" sz="3200"/>
              <a:t>анализ и моделирование с применением методов машинного обучения</a:t>
            </a:r>
            <a:endParaRPr/>
          </a:p>
        </p:txBody>
      </p:sp>
      <p:sp>
        <p:nvSpPr>
          <p:cNvPr id="184" name="Google Shape;184;p14"/>
          <p:cNvSpPr txBox="1"/>
          <p:nvPr>
            <p:ph idx="1" type="body"/>
          </p:nvPr>
        </p:nvSpPr>
        <p:spPr>
          <a:xfrm>
            <a:off x="2074947" y="1187841"/>
            <a:ext cx="3848717" cy="435163"/>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1600"/>
              <a:buNone/>
            </a:pPr>
            <a:r>
              <a:rPr lang="ru-RU"/>
              <a:t>МИЭМ</a:t>
            </a:r>
            <a:endParaRPr/>
          </a:p>
          <a:p>
            <a:pPr indent="0" lvl="0" marL="0" rtl="0" algn="l">
              <a:lnSpc>
                <a:spcPct val="100000"/>
              </a:lnSpc>
              <a:spcBef>
                <a:spcPts val="0"/>
              </a:spcBef>
              <a:spcAft>
                <a:spcPts val="0"/>
              </a:spcAft>
              <a:buClr>
                <a:schemeClr val="dk1"/>
              </a:buClr>
              <a:buSzPts val="1600"/>
              <a:buNone/>
            </a:pPr>
            <a:r>
              <a:rPr lang="ru-RU"/>
              <a:t>НИУ ВШЭ</a:t>
            </a:r>
            <a:endParaRPr/>
          </a:p>
        </p:txBody>
      </p:sp>
      <p:sp>
        <p:nvSpPr>
          <p:cNvPr id="185" name="Google Shape;185;p14"/>
          <p:cNvSpPr txBox="1"/>
          <p:nvPr>
            <p:ph idx="2" type="body"/>
          </p:nvPr>
        </p:nvSpPr>
        <p:spPr>
          <a:xfrm>
            <a:off x="6259420" y="1173829"/>
            <a:ext cx="2278063" cy="463186"/>
          </a:xfrm>
          <a:prstGeom prst="rect">
            <a:avLst/>
          </a:prstGeom>
          <a:noFill/>
          <a:ln>
            <a:noFill/>
          </a:ln>
        </p:spPr>
        <p:txBody>
          <a:bodyPr anchorCtr="0" anchor="t" bIns="0" lIns="0" spcFirstLastPara="1" rIns="0" wrap="square" tIns="0">
            <a:normAutofit/>
          </a:bodyPr>
          <a:lstStyle/>
          <a:p>
            <a:pPr indent="0" lvl="0" marL="0" rtl="0" algn="ctr">
              <a:lnSpc>
                <a:spcPct val="100000"/>
              </a:lnSpc>
              <a:spcBef>
                <a:spcPts val="0"/>
              </a:spcBef>
              <a:spcAft>
                <a:spcPts val="0"/>
              </a:spcAft>
              <a:buClr>
                <a:srgbClr val="0E2D69"/>
              </a:buClr>
              <a:buSzPts val="1200"/>
              <a:buNone/>
            </a:pPr>
            <a:r>
              <a:rPr lang="ru-RU"/>
              <a:t>Весенняя проектная сессия</a:t>
            </a:r>
            <a:endParaRPr/>
          </a:p>
          <a:p>
            <a:pPr indent="0" lvl="0" marL="0" rtl="0" algn="ctr">
              <a:lnSpc>
                <a:spcPct val="100000"/>
              </a:lnSpc>
              <a:spcBef>
                <a:spcPts val="0"/>
              </a:spcBef>
              <a:spcAft>
                <a:spcPts val="0"/>
              </a:spcAft>
              <a:buClr>
                <a:srgbClr val="0E2D69"/>
              </a:buClr>
              <a:buSzPts val="1200"/>
              <a:buNone/>
            </a:pPr>
            <a:r>
              <a:rPr lang="ru-RU"/>
              <a:t>14.04.2026 – 25.04.2026</a:t>
            </a:r>
            <a:endParaRPr/>
          </a:p>
        </p:txBody>
      </p:sp>
      <p:sp>
        <p:nvSpPr>
          <p:cNvPr id="186" name="Google Shape;186;p14"/>
          <p:cNvSpPr txBox="1"/>
          <p:nvPr>
            <p:ph idx="3" type="body"/>
          </p:nvPr>
        </p:nvSpPr>
        <p:spPr>
          <a:xfrm>
            <a:off x="8786720" y="1173829"/>
            <a:ext cx="2217738" cy="463186"/>
          </a:xfrm>
          <a:prstGeom prst="rect">
            <a:avLst/>
          </a:prstGeom>
          <a:noFill/>
          <a:ln>
            <a:noFill/>
          </a:ln>
        </p:spPr>
        <p:txBody>
          <a:bodyPr anchorCtr="0" anchor="t" bIns="0" lIns="0" spcFirstLastPara="1" rIns="0" wrap="square" tIns="0">
            <a:normAutofit/>
          </a:bodyPr>
          <a:lstStyle/>
          <a:p>
            <a:pPr indent="0" lvl="0" marL="0" rtl="0" algn="ctr">
              <a:lnSpc>
                <a:spcPct val="100000"/>
              </a:lnSpc>
              <a:spcBef>
                <a:spcPts val="0"/>
              </a:spcBef>
              <a:spcAft>
                <a:spcPts val="0"/>
              </a:spcAft>
              <a:buClr>
                <a:srgbClr val="0E2D69"/>
              </a:buClr>
              <a:buSzPts val="1200"/>
              <a:buNone/>
            </a:pPr>
            <a:r>
              <a:rPr lang="ru-RU"/>
              <a:t>Москва</a:t>
            </a:r>
            <a:endParaRPr/>
          </a:p>
          <a:p>
            <a:pPr indent="0" lvl="0" marL="0" rtl="0" algn="ctr">
              <a:lnSpc>
                <a:spcPct val="100000"/>
              </a:lnSpc>
              <a:spcBef>
                <a:spcPts val="0"/>
              </a:spcBef>
              <a:spcAft>
                <a:spcPts val="0"/>
              </a:spcAft>
              <a:buClr>
                <a:srgbClr val="0E2D69"/>
              </a:buClr>
              <a:buSzPts val="1200"/>
              <a:buNone/>
            </a:pPr>
            <a:r>
              <a:rPr lang="ru-RU"/>
              <a:t>2026</a:t>
            </a:r>
            <a:endParaRPr/>
          </a:p>
        </p:txBody>
      </p:sp>
      <p:sp>
        <p:nvSpPr>
          <p:cNvPr id="187" name="Google Shape;187;p14"/>
          <p:cNvSpPr txBox="1"/>
          <p:nvPr>
            <p:ph idx="4" type="body"/>
          </p:nvPr>
        </p:nvSpPr>
        <p:spPr>
          <a:xfrm>
            <a:off x="1027967" y="4824914"/>
            <a:ext cx="7625267" cy="652860"/>
          </a:xfrm>
          <a:prstGeom prst="rect">
            <a:avLst/>
          </a:prstGeom>
          <a:noFill/>
          <a:ln>
            <a:noFill/>
          </a:ln>
        </p:spPr>
        <p:txBody>
          <a:bodyPr anchorCtr="0" anchor="t" bIns="0" lIns="0" spcFirstLastPara="1" rIns="0" wrap="square" tIns="0">
            <a:normAutofit/>
          </a:bodyPr>
          <a:lstStyle/>
          <a:p>
            <a:pPr indent="0" lvl="0" marL="0" marR="0" rtl="0" algn="l">
              <a:lnSpc>
                <a:spcPct val="100000"/>
              </a:lnSpc>
              <a:spcBef>
                <a:spcPts val="0"/>
              </a:spcBef>
              <a:spcAft>
                <a:spcPts val="0"/>
              </a:spcAft>
              <a:buClr>
                <a:srgbClr val="0E2D69"/>
              </a:buClr>
              <a:buSzPts val="1600"/>
              <a:buFont typeface="Arial"/>
              <a:buNone/>
            </a:pPr>
            <a:r>
              <a:rPr lang="ru-RU"/>
              <a:t>Номер проекта – 2039</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p15"/>
          <p:cNvSpPr txBox="1"/>
          <p:nvPr>
            <p:ph type="title"/>
          </p:nvPr>
        </p:nvSpPr>
        <p:spPr>
          <a:xfrm>
            <a:off x="585898" y="1447790"/>
            <a:ext cx="5245560" cy="777025"/>
          </a:xfrm>
          <a:prstGeom prst="rect">
            <a:avLst/>
          </a:prstGeom>
          <a:noFill/>
          <a:ln>
            <a:noFill/>
          </a:ln>
        </p:spPr>
        <p:txBody>
          <a:bodyPr anchorCtr="0" anchor="t" bIns="0" lIns="0" spcFirstLastPara="1" rIns="0" wrap="square" tIns="0">
            <a:normAutofit/>
          </a:bodyPr>
          <a:lstStyle/>
          <a:p>
            <a:pPr indent="0" lvl="0" marL="0" rtl="0" algn="ctr">
              <a:lnSpc>
                <a:spcPct val="100000"/>
              </a:lnSpc>
              <a:spcBef>
                <a:spcPts val="0"/>
              </a:spcBef>
              <a:spcAft>
                <a:spcPts val="0"/>
              </a:spcAft>
              <a:buClr>
                <a:schemeClr val="dk1"/>
              </a:buClr>
              <a:buSzPts val="2400"/>
              <a:buFont typeface="Arial"/>
              <a:buNone/>
            </a:pPr>
            <a:r>
              <a:rPr lang="ru-RU"/>
              <a:t>Команда проекта</a:t>
            </a:r>
            <a:endParaRPr/>
          </a:p>
        </p:txBody>
      </p:sp>
      <p:sp>
        <p:nvSpPr>
          <p:cNvPr id="193" name="Google Shape;193;p15"/>
          <p:cNvSpPr txBox="1"/>
          <p:nvPr>
            <p:ph idx="1" type="body"/>
          </p:nvPr>
        </p:nvSpPr>
        <p:spPr>
          <a:xfrm>
            <a:off x="585897" y="2379663"/>
            <a:ext cx="5245561" cy="3393234"/>
          </a:xfrm>
          <a:prstGeom prst="rect">
            <a:avLst/>
          </a:prstGeom>
          <a:noFill/>
          <a:ln>
            <a:noFill/>
          </a:ln>
        </p:spPr>
        <p:txBody>
          <a:bodyPr anchorCtr="0" anchor="t" bIns="45700" lIns="0" spcFirstLastPara="1" rIns="0" wrap="square" tIns="0">
            <a:normAutofit/>
          </a:bodyPr>
          <a:lstStyle/>
          <a:p>
            <a:pPr indent="0" lvl="0" marL="0" rtl="0" algn="ctr">
              <a:lnSpc>
                <a:spcPct val="100000"/>
              </a:lnSpc>
              <a:spcBef>
                <a:spcPts val="0"/>
              </a:spcBef>
              <a:spcAft>
                <a:spcPts val="0"/>
              </a:spcAft>
              <a:buClr>
                <a:srgbClr val="0E2D69"/>
              </a:buClr>
              <a:buSzPts val="1600"/>
              <a:buNone/>
            </a:pPr>
            <a:r>
              <a:rPr lang="ru-RU" sz="1600"/>
              <a:t>Кулаков Илья Николаевич - руководитель проекта</a:t>
            </a:r>
            <a:endParaRPr/>
          </a:p>
          <a:p>
            <a:pPr indent="0" lvl="0" marL="0" rtl="0" algn="ctr">
              <a:lnSpc>
                <a:spcPct val="100000"/>
              </a:lnSpc>
              <a:spcBef>
                <a:spcPts val="1000"/>
              </a:spcBef>
              <a:spcAft>
                <a:spcPts val="0"/>
              </a:spcAft>
              <a:buClr>
                <a:srgbClr val="0E2D69"/>
              </a:buClr>
              <a:buSzPts val="1600"/>
              <a:buNone/>
            </a:pPr>
            <a:r>
              <a:rPr lang="ru-RU" sz="1600"/>
              <a:t>Белопухов Артем Сергеевич</a:t>
            </a:r>
            <a:endParaRPr/>
          </a:p>
          <a:p>
            <a:pPr indent="0" lvl="0" marL="0" rtl="0" algn="ctr">
              <a:lnSpc>
                <a:spcPct val="100000"/>
              </a:lnSpc>
              <a:spcBef>
                <a:spcPts val="1000"/>
              </a:spcBef>
              <a:spcAft>
                <a:spcPts val="0"/>
              </a:spcAft>
              <a:buClr>
                <a:srgbClr val="0E2D69"/>
              </a:buClr>
              <a:buSzPts val="1600"/>
              <a:buNone/>
            </a:pPr>
            <a:r>
              <a:rPr lang="ru-RU" sz="1600"/>
              <a:t>Родин Олег Денисович</a:t>
            </a:r>
            <a:endParaRPr/>
          </a:p>
        </p:txBody>
      </p:sp>
      <p:sp>
        <p:nvSpPr>
          <p:cNvPr id="194" name="Google Shape;194;p15"/>
          <p:cNvSpPr txBox="1"/>
          <p:nvPr>
            <p:ph idx="3" type="body"/>
          </p:nvPr>
        </p:nvSpPr>
        <p:spPr>
          <a:xfrm>
            <a:off x="1143689" y="540904"/>
            <a:ext cx="1901825" cy="41592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000"/>
              <a:buFont typeface="Arial"/>
              <a:buNone/>
            </a:pPr>
            <a:r>
              <a:rPr lang="ru-RU"/>
              <a:t>МИЭМ</a:t>
            </a:r>
            <a:endParaRPr/>
          </a:p>
          <a:p>
            <a:pPr indent="0" lvl="0" marL="0" marR="0" rtl="0" algn="l">
              <a:lnSpc>
                <a:spcPct val="100000"/>
              </a:lnSpc>
              <a:spcBef>
                <a:spcPts val="0"/>
              </a:spcBef>
              <a:spcAft>
                <a:spcPts val="0"/>
              </a:spcAft>
              <a:buClr>
                <a:schemeClr val="dk1"/>
              </a:buClr>
              <a:buSzPts val="1000"/>
              <a:buFont typeface="Arial"/>
              <a:buNone/>
            </a:pPr>
            <a:r>
              <a:rPr lang="ru-RU"/>
              <a:t>НИУ ВШЭ</a:t>
            </a:r>
            <a:endParaRPr/>
          </a:p>
        </p:txBody>
      </p:sp>
      <p:sp>
        <p:nvSpPr>
          <p:cNvPr id="195" name="Google Shape;195;p15"/>
          <p:cNvSpPr txBox="1"/>
          <p:nvPr>
            <p:ph idx="4" type="body"/>
          </p:nvPr>
        </p:nvSpPr>
        <p:spPr>
          <a:xfrm>
            <a:off x="3459162" y="548720"/>
            <a:ext cx="2372295" cy="408109"/>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rgbClr val="0E2D69"/>
              </a:buClr>
              <a:buSzPts val="1000"/>
              <a:buNone/>
            </a:pPr>
            <a:r>
              <a:rPr lang="ru-RU"/>
              <a:t>Механизмы цифрового забвения: анализ и моделирование с применением методов машинного обучения</a:t>
            </a:r>
            <a:endParaRPr/>
          </a:p>
        </p:txBody>
      </p:sp>
      <p:pic>
        <p:nvPicPr>
          <p:cNvPr descr="Picture background" id="196" name="Google Shape;196;p15"/>
          <p:cNvPicPr preferRelativeResize="0"/>
          <p:nvPr>
            <p:ph idx="2" type="pic"/>
          </p:nvPr>
        </p:nvPicPr>
        <p:blipFill rotWithShape="1">
          <a:blip r:embed="rId3">
            <a:alphaModFix/>
          </a:blip>
          <a:srcRect b="3582" l="0" r="0" t="3582"/>
          <a:stretch/>
        </p:blipFill>
        <p:spPr>
          <a:xfrm>
            <a:off x="6684653" y="1447790"/>
            <a:ext cx="4325167" cy="4325107"/>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sp>
        <p:nvSpPr>
          <p:cNvPr id="201" name="Google Shape;201;p16"/>
          <p:cNvSpPr txBox="1"/>
          <p:nvPr>
            <p:ph type="title"/>
          </p:nvPr>
        </p:nvSpPr>
        <p:spPr>
          <a:xfrm>
            <a:off x="585898" y="1447790"/>
            <a:ext cx="5245560" cy="777025"/>
          </a:xfrm>
          <a:prstGeom prst="rect">
            <a:avLst/>
          </a:prstGeom>
          <a:noFill/>
          <a:ln>
            <a:noFill/>
          </a:ln>
        </p:spPr>
        <p:txBody>
          <a:bodyPr anchorCtr="0" anchor="t" bIns="0" lIns="0" spcFirstLastPara="1" rIns="0" wrap="square" tIns="0">
            <a:normAutofit/>
          </a:bodyPr>
          <a:lstStyle/>
          <a:p>
            <a:pPr indent="0" lvl="0" marL="0" rtl="0" algn="ctr">
              <a:lnSpc>
                <a:spcPct val="100000"/>
              </a:lnSpc>
              <a:spcBef>
                <a:spcPts val="0"/>
              </a:spcBef>
              <a:spcAft>
                <a:spcPts val="0"/>
              </a:spcAft>
              <a:buClr>
                <a:schemeClr val="dk1"/>
              </a:buClr>
              <a:buSzPts val="2400"/>
              <a:buFont typeface="Arial"/>
              <a:buNone/>
            </a:pPr>
            <a:r>
              <a:rPr lang="ru-RU"/>
              <a:t>Описание проекта</a:t>
            </a:r>
            <a:endParaRPr/>
          </a:p>
        </p:txBody>
      </p:sp>
      <p:sp>
        <p:nvSpPr>
          <p:cNvPr id="202" name="Google Shape;202;p16"/>
          <p:cNvSpPr txBox="1"/>
          <p:nvPr>
            <p:ph idx="1" type="body"/>
          </p:nvPr>
        </p:nvSpPr>
        <p:spPr>
          <a:xfrm>
            <a:off x="585897" y="2379663"/>
            <a:ext cx="5245561" cy="3393234"/>
          </a:xfrm>
          <a:prstGeom prst="rect">
            <a:avLst/>
          </a:prstGeom>
          <a:noFill/>
          <a:ln>
            <a:noFill/>
          </a:ln>
        </p:spPr>
        <p:txBody>
          <a:bodyPr anchorCtr="0" anchor="t" bIns="45700" lIns="0" spcFirstLastPara="1" rIns="0" wrap="square" tIns="0">
            <a:normAutofit/>
          </a:bodyPr>
          <a:lstStyle/>
          <a:p>
            <a:pPr indent="0" lvl="0" marL="0" rtl="0" algn="ctr">
              <a:lnSpc>
                <a:spcPct val="100000"/>
              </a:lnSpc>
              <a:spcBef>
                <a:spcPts val="0"/>
              </a:spcBef>
              <a:spcAft>
                <a:spcPts val="0"/>
              </a:spcAft>
              <a:buClr>
                <a:srgbClr val="0E2D69"/>
              </a:buClr>
              <a:buSzPts val="1600"/>
              <a:buNone/>
            </a:pPr>
            <a:r>
              <a:rPr lang="ru-RU" sz="1600"/>
              <a:t>Проект посвящён исследованию и реализации процесса “Цифрового забвения” (право на удаление цифровых следов) в рамках национального проекта “Экономика данных и цифровая трансформация государства” (далее - “Экономика данных”). Основное внимание уделяется разработке и обучению моделей машинного обучения для анализа поведения информации в цифровой среде, а также генерации синтетических данных для моделирования сценариев цифрового забвения, с учётом особенностей российской правовой системы.</a:t>
            </a:r>
            <a:endParaRPr/>
          </a:p>
          <a:p>
            <a:pPr indent="0" lvl="0" marL="0" rtl="0" algn="ctr">
              <a:lnSpc>
                <a:spcPct val="100000"/>
              </a:lnSpc>
              <a:spcBef>
                <a:spcPts val="1000"/>
              </a:spcBef>
              <a:spcAft>
                <a:spcPts val="0"/>
              </a:spcAft>
              <a:buClr>
                <a:srgbClr val="0E2D69"/>
              </a:buClr>
              <a:buSzPts val="1600"/>
              <a:buNone/>
            </a:pPr>
            <a:r>
              <a:t/>
            </a:r>
            <a:endParaRPr sz="1600"/>
          </a:p>
        </p:txBody>
      </p:sp>
      <p:sp>
        <p:nvSpPr>
          <p:cNvPr id="203" name="Google Shape;203;p16"/>
          <p:cNvSpPr txBox="1"/>
          <p:nvPr>
            <p:ph idx="3" type="body"/>
          </p:nvPr>
        </p:nvSpPr>
        <p:spPr>
          <a:xfrm>
            <a:off x="1143689" y="540904"/>
            <a:ext cx="1901825" cy="41592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000"/>
              <a:buFont typeface="Arial"/>
              <a:buNone/>
            </a:pPr>
            <a:r>
              <a:rPr lang="ru-RU"/>
              <a:t>МИЭМ</a:t>
            </a:r>
            <a:endParaRPr/>
          </a:p>
          <a:p>
            <a:pPr indent="0" lvl="0" marL="0" marR="0" rtl="0" algn="l">
              <a:lnSpc>
                <a:spcPct val="100000"/>
              </a:lnSpc>
              <a:spcBef>
                <a:spcPts val="0"/>
              </a:spcBef>
              <a:spcAft>
                <a:spcPts val="0"/>
              </a:spcAft>
              <a:buClr>
                <a:schemeClr val="dk1"/>
              </a:buClr>
              <a:buSzPts val="1000"/>
              <a:buFont typeface="Arial"/>
              <a:buNone/>
            </a:pPr>
            <a:r>
              <a:rPr lang="ru-RU"/>
              <a:t>НИУ ВШЭ</a:t>
            </a:r>
            <a:endParaRPr/>
          </a:p>
        </p:txBody>
      </p:sp>
      <p:sp>
        <p:nvSpPr>
          <p:cNvPr id="204" name="Google Shape;204;p16"/>
          <p:cNvSpPr txBox="1"/>
          <p:nvPr>
            <p:ph idx="4" type="body"/>
          </p:nvPr>
        </p:nvSpPr>
        <p:spPr>
          <a:xfrm>
            <a:off x="3459162" y="548720"/>
            <a:ext cx="2372295" cy="408109"/>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rgbClr val="0E2D69"/>
              </a:buClr>
              <a:buSzPts val="1000"/>
              <a:buNone/>
            </a:pPr>
            <a:r>
              <a:rPr lang="ru-RU"/>
              <a:t>Механизмы цифрового забвения: анализ и моделирование с применением методов машинного обучения</a:t>
            </a:r>
            <a:endParaRPr/>
          </a:p>
        </p:txBody>
      </p:sp>
      <p:pic>
        <p:nvPicPr>
          <p:cNvPr descr="Picture background" id="205" name="Google Shape;205;p16"/>
          <p:cNvPicPr preferRelativeResize="0"/>
          <p:nvPr>
            <p:ph idx="2" type="pic"/>
          </p:nvPr>
        </p:nvPicPr>
        <p:blipFill rotWithShape="1">
          <a:blip r:embed="rId3">
            <a:alphaModFix/>
          </a:blip>
          <a:srcRect b="0" l="0" r="0" t="0"/>
          <a:stretch/>
        </p:blipFill>
        <p:spPr>
          <a:xfrm>
            <a:off x="6684653" y="1447790"/>
            <a:ext cx="4325167" cy="4325107"/>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sp>
        <p:nvSpPr>
          <p:cNvPr id="210" name="Google Shape;210;p17"/>
          <p:cNvSpPr txBox="1"/>
          <p:nvPr>
            <p:ph type="title"/>
          </p:nvPr>
        </p:nvSpPr>
        <p:spPr>
          <a:xfrm>
            <a:off x="585897" y="1447790"/>
            <a:ext cx="10943494" cy="777025"/>
          </a:xfrm>
          <a:prstGeom prst="rect">
            <a:avLst/>
          </a:prstGeom>
          <a:noFill/>
          <a:ln>
            <a:noFill/>
          </a:ln>
        </p:spPr>
        <p:txBody>
          <a:bodyPr anchorCtr="0" anchor="t" bIns="0" lIns="0" spcFirstLastPara="1" rIns="0" wrap="square" tIns="0">
            <a:normAutofit/>
          </a:bodyPr>
          <a:lstStyle/>
          <a:p>
            <a:pPr indent="0" lvl="0" marL="0" rtl="0" algn="ctr">
              <a:lnSpc>
                <a:spcPct val="100000"/>
              </a:lnSpc>
              <a:spcBef>
                <a:spcPts val="0"/>
              </a:spcBef>
              <a:spcAft>
                <a:spcPts val="0"/>
              </a:spcAft>
              <a:buClr>
                <a:schemeClr val="dk1"/>
              </a:buClr>
              <a:buSzPts val="2400"/>
              <a:buFont typeface="Arial"/>
              <a:buNone/>
            </a:pPr>
            <a:r>
              <a:rPr lang="ru-RU"/>
              <a:t>Мотивация</a:t>
            </a:r>
            <a:endParaRPr/>
          </a:p>
        </p:txBody>
      </p:sp>
      <p:sp>
        <p:nvSpPr>
          <p:cNvPr id="211" name="Google Shape;211;p17"/>
          <p:cNvSpPr txBox="1"/>
          <p:nvPr>
            <p:ph idx="1" type="body"/>
          </p:nvPr>
        </p:nvSpPr>
        <p:spPr>
          <a:xfrm>
            <a:off x="585897" y="2379663"/>
            <a:ext cx="10943496" cy="3393234"/>
          </a:xfrm>
          <a:prstGeom prst="rect">
            <a:avLst/>
          </a:prstGeom>
          <a:noFill/>
          <a:ln>
            <a:noFill/>
          </a:ln>
        </p:spPr>
        <p:txBody>
          <a:bodyPr anchorCtr="0" anchor="t" bIns="45700" lIns="0" spcFirstLastPara="1" rIns="0" wrap="square" tIns="0">
            <a:normAutofit/>
          </a:bodyPr>
          <a:lstStyle/>
          <a:p>
            <a:pPr indent="-285750" lvl="0" marL="285750" rtl="0" algn="ctr">
              <a:lnSpc>
                <a:spcPct val="100000"/>
              </a:lnSpc>
              <a:spcBef>
                <a:spcPts val="0"/>
              </a:spcBef>
              <a:spcAft>
                <a:spcPts val="0"/>
              </a:spcAft>
              <a:buClr>
                <a:srgbClr val="0E2D69"/>
              </a:buClr>
              <a:buSzPts val="1600"/>
              <a:buFont typeface="Arial"/>
              <a:buChar char="•"/>
            </a:pPr>
            <a:r>
              <a:rPr lang="ru-RU" sz="1600"/>
              <a:t>Реализация требований Федерального закона № 152-ФЗ “О персональных данных” и положений национального проекта “Экономика данных” в части создания технологий для контроля цифровых следов</a:t>
            </a:r>
            <a:endParaRPr/>
          </a:p>
          <a:p>
            <a:pPr indent="-285750" lvl="0" marL="285750" rtl="0" algn="ctr">
              <a:lnSpc>
                <a:spcPct val="100000"/>
              </a:lnSpc>
              <a:spcBef>
                <a:spcPts val="0"/>
              </a:spcBef>
              <a:spcAft>
                <a:spcPts val="0"/>
              </a:spcAft>
              <a:buClr>
                <a:srgbClr val="0E2D69"/>
              </a:buClr>
              <a:buSzPts val="1600"/>
              <a:buFont typeface="Arial"/>
              <a:buChar char="•"/>
            </a:pPr>
            <a:r>
              <a:rPr lang="ru-RU" sz="1600"/>
              <a:t>Отсутствие готовых решений для эффективного и верифицируемого удаления данных из сложных информационных систем и, что критично, из моделей машинного обучения, обученных на этих данных</a:t>
            </a:r>
            <a:endParaRPr/>
          </a:p>
          <a:p>
            <a:pPr indent="-285750" lvl="0" marL="285750" rtl="0" algn="ctr">
              <a:lnSpc>
                <a:spcPct val="100000"/>
              </a:lnSpc>
              <a:spcBef>
                <a:spcPts val="0"/>
              </a:spcBef>
              <a:spcAft>
                <a:spcPts val="0"/>
              </a:spcAft>
              <a:buClr>
                <a:srgbClr val="0E2D69"/>
              </a:buClr>
              <a:buSzPts val="1600"/>
              <a:buFont typeface="Arial"/>
              <a:buChar char="•"/>
            </a:pPr>
            <a:r>
              <a:rPr lang="ru-RU" sz="1600"/>
              <a:t>Невозможность использования реальных персональных данных для разработки и тестирования алгоритмов. Синтетические данные - ключевое средство для обхода этических и юридических ограничений</a:t>
            </a:r>
            <a:endParaRPr sz="1600"/>
          </a:p>
          <a:p>
            <a:pPr indent="-285750" lvl="0" marL="285750" rtl="0" algn="ctr">
              <a:lnSpc>
                <a:spcPct val="100000"/>
              </a:lnSpc>
              <a:spcBef>
                <a:spcPts val="0"/>
              </a:spcBef>
              <a:spcAft>
                <a:spcPts val="0"/>
              </a:spcAft>
              <a:buClr>
                <a:srgbClr val="0E2D69"/>
              </a:buClr>
              <a:buSzPts val="1600"/>
              <a:buFont typeface="Arial"/>
              <a:buChar char="•"/>
            </a:pPr>
            <a:r>
              <a:rPr lang="ru-RU" sz="1600"/>
              <a:t>Необходимость перехода от ручного исполнения запросов на удаление к интеллектуальным автоматизированным системам, способным оценивать контекст и обеспечивать полное удаление</a:t>
            </a:r>
            <a:endParaRPr sz="1600"/>
          </a:p>
        </p:txBody>
      </p:sp>
      <p:sp>
        <p:nvSpPr>
          <p:cNvPr id="212" name="Google Shape;212;p17"/>
          <p:cNvSpPr txBox="1"/>
          <p:nvPr>
            <p:ph idx="3" type="body"/>
          </p:nvPr>
        </p:nvSpPr>
        <p:spPr>
          <a:xfrm>
            <a:off x="1143689" y="540904"/>
            <a:ext cx="1901825" cy="41592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000"/>
              <a:buFont typeface="Arial"/>
              <a:buNone/>
            </a:pPr>
            <a:r>
              <a:rPr lang="ru-RU"/>
              <a:t>МИЭМ</a:t>
            </a:r>
            <a:endParaRPr/>
          </a:p>
          <a:p>
            <a:pPr indent="0" lvl="0" marL="0" marR="0" rtl="0" algn="l">
              <a:lnSpc>
                <a:spcPct val="100000"/>
              </a:lnSpc>
              <a:spcBef>
                <a:spcPts val="0"/>
              </a:spcBef>
              <a:spcAft>
                <a:spcPts val="0"/>
              </a:spcAft>
              <a:buClr>
                <a:schemeClr val="dk1"/>
              </a:buClr>
              <a:buSzPts val="1000"/>
              <a:buFont typeface="Arial"/>
              <a:buNone/>
            </a:pPr>
            <a:r>
              <a:rPr lang="ru-RU"/>
              <a:t>НИУ ВШЭ</a:t>
            </a:r>
            <a:endParaRPr/>
          </a:p>
        </p:txBody>
      </p:sp>
      <p:sp>
        <p:nvSpPr>
          <p:cNvPr id="213" name="Google Shape;213;p17"/>
          <p:cNvSpPr txBox="1"/>
          <p:nvPr>
            <p:ph idx="4" type="body"/>
          </p:nvPr>
        </p:nvSpPr>
        <p:spPr>
          <a:xfrm>
            <a:off x="3459162" y="548720"/>
            <a:ext cx="2372295" cy="408109"/>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rgbClr val="0E2D69"/>
              </a:buClr>
              <a:buSzPts val="1000"/>
              <a:buNone/>
            </a:pPr>
            <a:r>
              <a:rPr lang="ru-RU"/>
              <a:t>Механизмы цифрового забвения: анализ и моделирование с применением методов машинного обучения</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18"/>
          <p:cNvSpPr txBox="1"/>
          <p:nvPr>
            <p:ph type="title"/>
          </p:nvPr>
        </p:nvSpPr>
        <p:spPr>
          <a:xfrm>
            <a:off x="585897" y="1447790"/>
            <a:ext cx="10943494" cy="777025"/>
          </a:xfrm>
          <a:prstGeom prst="rect">
            <a:avLst/>
          </a:prstGeom>
          <a:noFill/>
          <a:ln>
            <a:noFill/>
          </a:ln>
        </p:spPr>
        <p:txBody>
          <a:bodyPr anchorCtr="0" anchor="t" bIns="0" lIns="0" spcFirstLastPara="1" rIns="0" wrap="square" tIns="0">
            <a:normAutofit/>
          </a:bodyPr>
          <a:lstStyle/>
          <a:p>
            <a:pPr indent="0" lvl="0" marL="0" rtl="0" algn="ctr">
              <a:lnSpc>
                <a:spcPct val="100000"/>
              </a:lnSpc>
              <a:spcBef>
                <a:spcPts val="0"/>
              </a:spcBef>
              <a:spcAft>
                <a:spcPts val="0"/>
              </a:spcAft>
              <a:buClr>
                <a:schemeClr val="dk1"/>
              </a:buClr>
              <a:buSzPts val="2400"/>
              <a:buFont typeface="Arial"/>
              <a:buNone/>
            </a:pPr>
            <a:r>
              <a:rPr lang="ru-RU"/>
              <a:t>Основные цели проекта</a:t>
            </a:r>
            <a:endParaRPr/>
          </a:p>
        </p:txBody>
      </p:sp>
      <p:sp>
        <p:nvSpPr>
          <p:cNvPr id="219" name="Google Shape;219;p18"/>
          <p:cNvSpPr txBox="1"/>
          <p:nvPr>
            <p:ph idx="1" type="body"/>
          </p:nvPr>
        </p:nvSpPr>
        <p:spPr>
          <a:xfrm>
            <a:off x="585896" y="2379663"/>
            <a:ext cx="10943493" cy="3393234"/>
          </a:xfrm>
          <a:prstGeom prst="rect">
            <a:avLst/>
          </a:prstGeom>
          <a:noFill/>
          <a:ln>
            <a:noFill/>
          </a:ln>
        </p:spPr>
        <p:txBody>
          <a:bodyPr anchorCtr="0" anchor="t" bIns="45700" lIns="0" spcFirstLastPara="1" rIns="0" wrap="square" tIns="0">
            <a:normAutofit fontScale="92500" lnSpcReduction="10000"/>
          </a:bodyPr>
          <a:lstStyle/>
          <a:p>
            <a:pPr indent="-285750" lvl="0" marL="285750" rtl="0" algn="l">
              <a:lnSpc>
                <a:spcPct val="100000"/>
              </a:lnSpc>
              <a:spcBef>
                <a:spcPts val="0"/>
              </a:spcBef>
              <a:spcAft>
                <a:spcPts val="0"/>
              </a:spcAft>
              <a:buClr>
                <a:srgbClr val="0E2D69"/>
              </a:buClr>
              <a:buSzPct val="100000"/>
              <a:buFont typeface="Arial"/>
              <a:buChar char="•"/>
            </a:pPr>
            <a:r>
              <a:rPr lang="ru-RU" sz="1600"/>
              <a:t>Провести сравнительный анализ мировых и российских подходов к правовому и техническому регулированию процедуры “цифрового забвения”</a:t>
            </a:r>
            <a:endParaRPr/>
          </a:p>
          <a:p>
            <a:pPr indent="-285750" lvl="0" marL="285750" rtl="0" algn="l">
              <a:lnSpc>
                <a:spcPct val="100000"/>
              </a:lnSpc>
              <a:spcBef>
                <a:spcPts val="0"/>
              </a:spcBef>
              <a:spcAft>
                <a:spcPts val="0"/>
              </a:spcAft>
              <a:buClr>
                <a:srgbClr val="0E2D69"/>
              </a:buClr>
              <a:buSzPct val="100000"/>
              <a:buFont typeface="Arial"/>
              <a:buChar char="•"/>
            </a:pPr>
            <a:r>
              <a:rPr lang="ru-RU" sz="1600"/>
              <a:t>Разработать и реализовать генератор синтетических данных, создающий репрезентативные наборы данных (формат CSV/Parquet) с настраиваемыми параметрами распределений и корреляций для имитации сценариев удаления</a:t>
            </a:r>
            <a:endParaRPr/>
          </a:p>
          <a:p>
            <a:pPr indent="-285750" lvl="0" marL="285750" rtl="0" algn="l">
              <a:lnSpc>
                <a:spcPct val="100000"/>
              </a:lnSpc>
              <a:spcBef>
                <a:spcPts val="0"/>
              </a:spcBef>
              <a:spcAft>
                <a:spcPts val="0"/>
              </a:spcAft>
              <a:buClr>
                <a:srgbClr val="0E2D69"/>
              </a:buClr>
              <a:buSzPct val="100000"/>
              <a:buFont typeface="Arial"/>
              <a:buChar char="•"/>
            </a:pPr>
            <a:r>
              <a:rPr lang="ru-RU" sz="1600"/>
              <a:t>Создать и интегрировать в прототип базовые модели машинного обучения (логистическая регрессия, деревья решений, случайный лес) для классификации данных и регрессионного анализа</a:t>
            </a:r>
            <a:endParaRPr/>
          </a:p>
          <a:p>
            <a:pPr indent="-285750" lvl="0" marL="285750" rtl="0" algn="l">
              <a:lnSpc>
                <a:spcPct val="100000"/>
              </a:lnSpc>
              <a:spcBef>
                <a:spcPts val="0"/>
              </a:spcBef>
              <a:spcAft>
                <a:spcPts val="0"/>
              </a:spcAft>
              <a:buClr>
                <a:srgbClr val="0E2D69"/>
              </a:buClr>
              <a:buSzPct val="100000"/>
              <a:buFont typeface="Arial"/>
              <a:buChar char="•"/>
            </a:pPr>
            <a:r>
              <a:rPr lang="ru-RU" sz="1600"/>
              <a:t>Реализовать и экспериментально оценить механизмы машинного разобучения (Machine Unlearning) для удаления влияния конкретных подмножеств данных на обученные модели с последующей переоценкой метрик качества (Accuracy, F1, MSE)</a:t>
            </a:r>
            <a:endParaRPr/>
          </a:p>
          <a:p>
            <a:pPr indent="-285750" lvl="0" marL="285750" rtl="0" algn="l">
              <a:lnSpc>
                <a:spcPct val="100000"/>
              </a:lnSpc>
              <a:spcBef>
                <a:spcPts val="0"/>
              </a:spcBef>
              <a:spcAft>
                <a:spcPts val="0"/>
              </a:spcAft>
              <a:buClr>
                <a:srgbClr val="0E2D69"/>
              </a:buClr>
              <a:buSzPct val="100000"/>
              <a:buFont typeface="Arial"/>
              <a:buChar char="•"/>
            </a:pPr>
            <a:r>
              <a:rPr lang="ru-RU" sz="1600"/>
              <a:t>Разработать прототип системы с CLI-интерфейсом, обеспечивающий воспроизводимый цикл экспериментов (генерация → обучение → удаление → оценка) и формирование структурированных отчётов</a:t>
            </a:r>
            <a:endParaRPr/>
          </a:p>
          <a:p>
            <a:pPr indent="-285750" lvl="0" marL="285750" rtl="0" algn="l">
              <a:lnSpc>
                <a:spcPct val="100000"/>
              </a:lnSpc>
              <a:spcBef>
                <a:spcPts val="0"/>
              </a:spcBef>
              <a:spcAft>
                <a:spcPts val="0"/>
              </a:spcAft>
              <a:buClr>
                <a:srgbClr val="0E2D69"/>
              </a:buClr>
              <a:buSzPct val="100000"/>
              <a:buFont typeface="Arial"/>
              <a:buChar char="•"/>
            </a:pPr>
            <a:r>
              <a:rPr lang="ru-RU" sz="1600"/>
              <a:t>Подготовить полный комплект документации: пользовательское руководство, документацию разработчика и итоговый аналитический отчёт</a:t>
            </a:r>
            <a:endParaRPr/>
          </a:p>
        </p:txBody>
      </p:sp>
      <p:sp>
        <p:nvSpPr>
          <p:cNvPr id="220" name="Google Shape;220;p18"/>
          <p:cNvSpPr txBox="1"/>
          <p:nvPr>
            <p:ph idx="3" type="body"/>
          </p:nvPr>
        </p:nvSpPr>
        <p:spPr>
          <a:xfrm>
            <a:off x="1143689" y="540904"/>
            <a:ext cx="1901825" cy="41592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000"/>
              <a:buFont typeface="Arial"/>
              <a:buNone/>
            </a:pPr>
            <a:r>
              <a:rPr lang="ru-RU"/>
              <a:t>МИЭМ</a:t>
            </a:r>
            <a:endParaRPr/>
          </a:p>
          <a:p>
            <a:pPr indent="0" lvl="0" marL="0" marR="0" rtl="0" algn="l">
              <a:lnSpc>
                <a:spcPct val="100000"/>
              </a:lnSpc>
              <a:spcBef>
                <a:spcPts val="0"/>
              </a:spcBef>
              <a:spcAft>
                <a:spcPts val="0"/>
              </a:spcAft>
              <a:buClr>
                <a:schemeClr val="dk1"/>
              </a:buClr>
              <a:buSzPts val="1000"/>
              <a:buFont typeface="Arial"/>
              <a:buNone/>
            </a:pPr>
            <a:r>
              <a:rPr lang="ru-RU"/>
              <a:t>НИУ ВШЭ</a:t>
            </a:r>
            <a:endParaRPr/>
          </a:p>
        </p:txBody>
      </p:sp>
      <p:sp>
        <p:nvSpPr>
          <p:cNvPr id="221" name="Google Shape;221;p18"/>
          <p:cNvSpPr txBox="1"/>
          <p:nvPr>
            <p:ph idx="4" type="body"/>
          </p:nvPr>
        </p:nvSpPr>
        <p:spPr>
          <a:xfrm>
            <a:off x="3459162" y="548720"/>
            <a:ext cx="2372295" cy="408109"/>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rgbClr val="0E2D69"/>
              </a:buClr>
              <a:buSzPts val="1000"/>
              <a:buNone/>
            </a:pPr>
            <a:r>
              <a:rPr lang="ru-RU"/>
              <a:t>Механизмы цифрового забвения: анализ и моделирование с применением методов машинного обучения</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 name="Shape 225"/>
        <p:cNvGrpSpPr/>
        <p:nvPr/>
      </p:nvGrpSpPr>
      <p:grpSpPr>
        <a:xfrm>
          <a:off x="0" y="0"/>
          <a:ext cx="0" cy="0"/>
          <a:chOff x="0" y="0"/>
          <a:chExt cx="0" cy="0"/>
        </a:xfrm>
      </p:grpSpPr>
      <p:sp>
        <p:nvSpPr>
          <p:cNvPr id="226" name="Google Shape;226;p19"/>
          <p:cNvSpPr txBox="1"/>
          <p:nvPr>
            <p:ph type="title"/>
          </p:nvPr>
        </p:nvSpPr>
        <p:spPr>
          <a:xfrm>
            <a:off x="585897" y="1447790"/>
            <a:ext cx="10943494" cy="777025"/>
          </a:xfrm>
          <a:prstGeom prst="rect">
            <a:avLst/>
          </a:prstGeom>
          <a:noFill/>
          <a:ln>
            <a:noFill/>
          </a:ln>
        </p:spPr>
        <p:txBody>
          <a:bodyPr anchorCtr="0" anchor="t" bIns="0" lIns="0" spcFirstLastPara="1" rIns="0" wrap="square" tIns="0">
            <a:normAutofit/>
          </a:bodyPr>
          <a:lstStyle/>
          <a:p>
            <a:pPr indent="0" lvl="0" marL="0" rtl="0" algn="ctr">
              <a:lnSpc>
                <a:spcPct val="100000"/>
              </a:lnSpc>
              <a:spcBef>
                <a:spcPts val="0"/>
              </a:spcBef>
              <a:spcAft>
                <a:spcPts val="0"/>
              </a:spcAft>
              <a:buClr>
                <a:schemeClr val="dk1"/>
              </a:buClr>
              <a:buSzPts val="2400"/>
              <a:buFont typeface="Arial"/>
              <a:buNone/>
            </a:pPr>
            <a:r>
              <a:rPr lang="ru-RU"/>
              <a:t>Ожидаемый результат</a:t>
            </a:r>
            <a:endParaRPr/>
          </a:p>
        </p:txBody>
      </p:sp>
      <p:sp>
        <p:nvSpPr>
          <p:cNvPr id="227" name="Google Shape;227;p19"/>
          <p:cNvSpPr txBox="1"/>
          <p:nvPr>
            <p:ph idx="1" type="body"/>
          </p:nvPr>
        </p:nvSpPr>
        <p:spPr>
          <a:xfrm>
            <a:off x="585896" y="2379663"/>
            <a:ext cx="10943493" cy="3393234"/>
          </a:xfrm>
          <a:prstGeom prst="rect">
            <a:avLst/>
          </a:prstGeom>
          <a:noFill/>
          <a:ln>
            <a:noFill/>
          </a:ln>
        </p:spPr>
        <p:txBody>
          <a:bodyPr anchorCtr="0" anchor="t" bIns="45700" lIns="0" spcFirstLastPara="1" rIns="0" wrap="square" tIns="0">
            <a:normAutofit lnSpcReduction="10000"/>
          </a:bodyPr>
          <a:lstStyle/>
          <a:p>
            <a:pPr indent="-285750" lvl="0" marL="285750" rtl="0" algn="l">
              <a:lnSpc>
                <a:spcPct val="100000"/>
              </a:lnSpc>
              <a:spcBef>
                <a:spcPts val="0"/>
              </a:spcBef>
              <a:spcAft>
                <a:spcPts val="0"/>
              </a:spcAft>
              <a:buClr>
                <a:srgbClr val="0E2D69"/>
              </a:buClr>
              <a:buSzPts val="1600"/>
              <a:buFont typeface="Arial"/>
              <a:buChar char="•"/>
            </a:pPr>
            <a:r>
              <a:rPr lang="ru-RU" sz="1600"/>
              <a:t>Программный прототип системы, включающий:</a:t>
            </a:r>
            <a:endParaRPr/>
          </a:p>
          <a:p>
            <a:pPr indent="-285750" lvl="1" marL="742950" rtl="0" algn="l">
              <a:lnSpc>
                <a:spcPct val="100000"/>
              </a:lnSpc>
              <a:spcBef>
                <a:spcPts val="0"/>
              </a:spcBef>
              <a:spcAft>
                <a:spcPts val="0"/>
              </a:spcAft>
              <a:buClr>
                <a:srgbClr val="0E2D69"/>
              </a:buClr>
              <a:buSzPts val="1600"/>
              <a:buFont typeface="Arial"/>
              <a:buChar char="•"/>
            </a:pPr>
            <a:r>
              <a:rPr lang="ru-RU" sz="1600"/>
              <a:t>Генератор синтетических данных</a:t>
            </a:r>
            <a:endParaRPr sz="1600"/>
          </a:p>
          <a:p>
            <a:pPr indent="-285750" lvl="1" marL="742950" rtl="0" algn="l">
              <a:lnSpc>
                <a:spcPct val="100000"/>
              </a:lnSpc>
              <a:spcBef>
                <a:spcPts val="0"/>
              </a:spcBef>
              <a:spcAft>
                <a:spcPts val="0"/>
              </a:spcAft>
              <a:buClr>
                <a:srgbClr val="0E2D69"/>
              </a:buClr>
              <a:buSzPts val="1600"/>
              <a:buFont typeface="Arial"/>
              <a:buChar char="•"/>
            </a:pPr>
            <a:r>
              <a:rPr lang="ru-RU" sz="1600"/>
              <a:t>Набор обученных моделей машинного обучения (МО) с реализованными процедурами удаления данных (Machine Unlearning)</a:t>
            </a:r>
            <a:endParaRPr/>
          </a:p>
          <a:p>
            <a:pPr indent="-285750" lvl="1" marL="742950" rtl="0" algn="l">
              <a:lnSpc>
                <a:spcPct val="100000"/>
              </a:lnSpc>
              <a:spcBef>
                <a:spcPts val="0"/>
              </a:spcBef>
              <a:spcAft>
                <a:spcPts val="0"/>
              </a:spcAft>
              <a:buClr>
                <a:srgbClr val="0E2D69"/>
              </a:buClr>
              <a:buSzPts val="1600"/>
              <a:buFont typeface="Arial"/>
              <a:buChar char="•"/>
            </a:pPr>
            <a:r>
              <a:rPr lang="ru-RU" sz="1600"/>
              <a:t>Консольный интерфейс для управления экспериментами</a:t>
            </a:r>
            <a:endParaRPr sz="1600"/>
          </a:p>
          <a:p>
            <a:pPr indent="-285750" lvl="1" marL="742950" rtl="0" algn="l">
              <a:lnSpc>
                <a:spcPct val="100000"/>
              </a:lnSpc>
              <a:spcBef>
                <a:spcPts val="0"/>
              </a:spcBef>
              <a:spcAft>
                <a:spcPts val="0"/>
              </a:spcAft>
              <a:buClr>
                <a:srgbClr val="0E2D69"/>
              </a:buClr>
              <a:buSzPts val="1600"/>
              <a:buFont typeface="Arial"/>
              <a:buChar char="•"/>
            </a:pPr>
            <a:r>
              <a:rPr lang="ru-RU" sz="1600"/>
              <a:t>Систему логирования и конфигурации (YAML/JSON)</a:t>
            </a:r>
            <a:endParaRPr/>
          </a:p>
          <a:p>
            <a:pPr indent="-285750" lvl="0" marL="285750" rtl="0" algn="l">
              <a:lnSpc>
                <a:spcPct val="100000"/>
              </a:lnSpc>
              <a:spcBef>
                <a:spcPts val="0"/>
              </a:spcBef>
              <a:spcAft>
                <a:spcPts val="0"/>
              </a:spcAft>
              <a:buClr>
                <a:srgbClr val="0E2D69"/>
              </a:buClr>
              <a:buSzPts val="1600"/>
              <a:buFont typeface="Arial"/>
              <a:buChar char="•"/>
            </a:pPr>
            <a:r>
              <a:rPr lang="ru-RU" sz="1600"/>
              <a:t>Набор синтетических данных типа “запрос на удаление - ответ”, имитирующих реальные сценарии в соответствии с российским правовым контекстом</a:t>
            </a:r>
            <a:endParaRPr sz="1600"/>
          </a:p>
          <a:p>
            <a:pPr indent="-285750" lvl="0" marL="285750" rtl="0" algn="l">
              <a:lnSpc>
                <a:spcPct val="100000"/>
              </a:lnSpc>
              <a:spcBef>
                <a:spcPts val="0"/>
              </a:spcBef>
              <a:spcAft>
                <a:spcPts val="0"/>
              </a:spcAft>
              <a:buClr>
                <a:srgbClr val="0E2D69"/>
              </a:buClr>
              <a:buSzPts val="1600"/>
              <a:buFont typeface="Arial"/>
              <a:buChar char="•"/>
            </a:pPr>
            <a:r>
              <a:rPr lang="ru-RU" sz="1600"/>
              <a:t>Комплект документации:</a:t>
            </a:r>
            <a:endParaRPr/>
          </a:p>
          <a:p>
            <a:pPr indent="-285750" lvl="1" marL="742950" rtl="0" algn="l">
              <a:lnSpc>
                <a:spcPct val="100000"/>
              </a:lnSpc>
              <a:spcBef>
                <a:spcPts val="0"/>
              </a:spcBef>
              <a:spcAft>
                <a:spcPts val="0"/>
              </a:spcAft>
              <a:buClr>
                <a:srgbClr val="0E2D69"/>
              </a:buClr>
              <a:buSzPts val="1600"/>
              <a:buFont typeface="Arial"/>
              <a:buChar char="•"/>
            </a:pPr>
            <a:r>
              <a:rPr lang="ru-RU" sz="1600"/>
              <a:t>Пользовательское руководство по эксплуатации прототипа системы с CLI-интерфейсом</a:t>
            </a:r>
            <a:endParaRPr sz="1600"/>
          </a:p>
          <a:p>
            <a:pPr indent="-285750" lvl="1" marL="742950" rtl="0" algn="l">
              <a:lnSpc>
                <a:spcPct val="100000"/>
              </a:lnSpc>
              <a:spcBef>
                <a:spcPts val="0"/>
              </a:spcBef>
              <a:spcAft>
                <a:spcPts val="0"/>
              </a:spcAft>
              <a:buClr>
                <a:srgbClr val="0E2D69"/>
              </a:buClr>
              <a:buSzPts val="1600"/>
              <a:buFont typeface="Arial"/>
              <a:buChar char="•"/>
            </a:pPr>
            <a:r>
              <a:rPr lang="ru-RU" sz="1600"/>
              <a:t>Техническая документация для разработчиков</a:t>
            </a:r>
            <a:endParaRPr sz="1600"/>
          </a:p>
          <a:p>
            <a:pPr indent="-285750" lvl="1" marL="742950" rtl="0" algn="l">
              <a:lnSpc>
                <a:spcPct val="100000"/>
              </a:lnSpc>
              <a:spcBef>
                <a:spcPts val="0"/>
              </a:spcBef>
              <a:spcAft>
                <a:spcPts val="0"/>
              </a:spcAft>
              <a:buClr>
                <a:srgbClr val="0E2D69"/>
              </a:buClr>
              <a:buSzPts val="1600"/>
              <a:buFont typeface="Arial"/>
              <a:buChar char="•"/>
            </a:pPr>
            <a:r>
              <a:rPr lang="ru-RU" sz="1600"/>
              <a:t>Итоговый аналитический отчёт с результатами исследования, сравнительным анализом алгоритмов и оценкой влияния удаления данных на качество моделей</a:t>
            </a:r>
            <a:endParaRPr sz="1600"/>
          </a:p>
          <a:p>
            <a:pPr indent="-285750" lvl="0" marL="285750" rtl="0" algn="l">
              <a:lnSpc>
                <a:spcPct val="100000"/>
              </a:lnSpc>
              <a:spcBef>
                <a:spcPts val="0"/>
              </a:spcBef>
              <a:spcAft>
                <a:spcPts val="0"/>
              </a:spcAft>
              <a:buClr>
                <a:srgbClr val="0E2D69"/>
              </a:buClr>
              <a:buSzPts val="1600"/>
              <a:buFont typeface="Arial"/>
              <a:buChar char="•"/>
            </a:pPr>
            <a:r>
              <a:rPr lang="ru-RU" sz="1600"/>
              <a:t>Материалы для представления: презентация, постеры, демонстрационные сценарии работы прототипа</a:t>
            </a:r>
            <a:endParaRPr sz="1600"/>
          </a:p>
        </p:txBody>
      </p:sp>
      <p:sp>
        <p:nvSpPr>
          <p:cNvPr id="228" name="Google Shape;228;p19"/>
          <p:cNvSpPr txBox="1"/>
          <p:nvPr>
            <p:ph idx="3" type="body"/>
          </p:nvPr>
        </p:nvSpPr>
        <p:spPr>
          <a:xfrm>
            <a:off x="1143689" y="540904"/>
            <a:ext cx="1901825" cy="41592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000"/>
              <a:buFont typeface="Arial"/>
              <a:buNone/>
            </a:pPr>
            <a:r>
              <a:rPr lang="ru-RU"/>
              <a:t>МИЭМ</a:t>
            </a:r>
            <a:endParaRPr/>
          </a:p>
          <a:p>
            <a:pPr indent="0" lvl="0" marL="0" marR="0" rtl="0" algn="l">
              <a:lnSpc>
                <a:spcPct val="100000"/>
              </a:lnSpc>
              <a:spcBef>
                <a:spcPts val="0"/>
              </a:spcBef>
              <a:spcAft>
                <a:spcPts val="0"/>
              </a:spcAft>
              <a:buClr>
                <a:schemeClr val="dk1"/>
              </a:buClr>
              <a:buSzPts val="1000"/>
              <a:buFont typeface="Arial"/>
              <a:buNone/>
            </a:pPr>
            <a:r>
              <a:rPr lang="ru-RU"/>
              <a:t>НИУ ВШЭ</a:t>
            </a:r>
            <a:endParaRPr/>
          </a:p>
        </p:txBody>
      </p:sp>
      <p:sp>
        <p:nvSpPr>
          <p:cNvPr id="229" name="Google Shape;229;p19"/>
          <p:cNvSpPr txBox="1"/>
          <p:nvPr>
            <p:ph idx="4" type="body"/>
          </p:nvPr>
        </p:nvSpPr>
        <p:spPr>
          <a:xfrm>
            <a:off x="3459162" y="548720"/>
            <a:ext cx="2372295" cy="408109"/>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rgbClr val="0E2D69"/>
              </a:buClr>
              <a:buSzPts val="1000"/>
              <a:buNone/>
            </a:pPr>
            <a:r>
              <a:rPr lang="ru-RU"/>
              <a:t>Механизмы цифрового забвения: анализ и моделирование с применением методов машинного обучения</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 name="Shape 233"/>
        <p:cNvGrpSpPr/>
        <p:nvPr/>
      </p:nvGrpSpPr>
      <p:grpSpPr>
        <a:xfrm>
          <a:off x="0" y="0"/>
          <a:ext cx="0" cy="0"/>
          <a:chOff x="0" y="0"/>
          <a:chExt cx="0" cy="0"/>
        </a:xfrm>
      </p:grpSpPr>
      <p:sp>
        <p:nvSpPr>
          <p:cNvPr id="234" name="Google Shape;234;p20"/>
          <p:cNvSpPr txBox="1"/>
          <p:nvPr>
            <p:ph type="title"/>
          </p:nvPr>
        </p:nvSpPr>
        <p:spPr>
          <a:xfrm>
            <a:off x="585897" y="1447790"/>
            <a:ext cx="10943494" cy="777025"/>
          </a:xfrm>
          <a:prstGeom prst="rect">
            <a:avLst/>
          </a:prstGeom>
          <a:noFill/>
          <a:ln>
            <a:noFill/>
          </a:ln>
        </p:spPr>
        <p:txBody>
          <a:bodyPr anchorCtr="0" anchor="t" bIns="0" lIns="0" spcFirstLastPara="1" rIns="0" wrap="square" tIns="0">
            <a:normAutofit/>
          </a:bodyPr>
          <a:lstStyle/>
          <a:p>
            <a:pPr indent="0" lvl="0" marL="0" rtl="0" algn="ctr">
              <a:lnSpc>
                <a:spcPct val="100000"/>
              </a:lnSpc>
              <a:spcBef>
                <a:spcPts val="0"/>
              </a:spcBef>
              <a:spcAft>
                <a:spcPts val="0"/>
              </a:spcAft>
              <a:buClr>
                <a:schemeClr val="dk1"/>
              </a:buClr>
              <a:buSzPts val="2400"/>
              <a:buFont typeface="Arial"/>
              <a:buNone/>
            </a:pPr>
            <a:r>
              <a:rPr lang="ru-RU"/>
              <a:t>Roadmap</a:t>
            </a:r>
            <a:endParaRPr/>
          </a:p>
        </p:txBody>
      </p:sp>
      <p:sp>
        <p:nvSpPr>
          <p:cNvPr id="235" name="Google Shape;235;p20"/>
          <p:cNvSpPr txBox="1"/>
          <p:nvPr>
            <p:ph idx="1" type="body"/>
          </p:nvPr>
        </p:nvSpPr>
        <p:spPr>
          <a:xfrm>
            <a:off x="585896" y="2379662"/>
            <a:ext cx="10943493" cy="4329251"/>
          </a:xfrm>
          <a:prstGeom prst="rect">
            <a:avLst/>
          </a:prstGeom>
          <a:noFill/>
          <a:ln>
            <a:noFill/>
          </a:ln>
        </p:spPr>
        <p:txBody>
          <a:bodyPr anchorCtr="0" anchor="t" bIns="45700" lIns="0" spcFirstLastPara="1" rIns="0" wrap="square" tIns="0">
            <a:normAutofit lnSpcReduction="10000"/>
          </a:bodyPr>
          <a:lstStyle/>
          <a:p>
            <a:pPr indent="-350520" lvl="0" marL="342900" rtl="0" algn="l">
              <a:lnSpc>
                <a:spcPct val="100000"/>
              </a:lnSpc>
              <a:spcBef>
                <a:spcPts val="0"/>
              </a:spcBef>
              <a:spcAft>
                <a:spcPts val="0"/>
              </a:spcAft>
              <a:buClr>
                <a:srgbClr val="0E2D69"/>
              </a:buClr>
              <a:buSzPts val="1600"/>
              <a:buFont typeface="Calibri"/>
              <a:buAutoNum type="arabicPeriod"/>
            </a:pPr>
            <a:r>
              <a:rPr lang="ru-RU" sz="1600"/>
              <a:t>Проектирование - Анализ правовых норм (GDPR, 152-ФЗ и пр.) и технологических подходов (Machine Unlearning, генерация данных) [11.2025 - 01.2026]</a:t>
            </a:r>
            <a:endParaRPr/>
          </a:p>
          <a:p>
            <a:pPr indent="-350520" lvl="0" marL="342900" rtl="0" algn="l">
              <a:lnSpc>
                <a:spcPct val="100000"/>
              </a:lnSpc>
              <a:spcBef>
                <a:spcPts val="0"/>
              </a:spcBef>
              <a:spcAft>
                <a:spcPts val="0"/>
              </a:spcAft>
              <a:buClr>
                <a:srgbClr val="0E2D69"/>
              </a:buClr>
              <a:buSzPts val="1600"/>
              <a:buFont typeface="Calibri"/>
              <a:buAutoNum type="arabicPeriod"/>
            </a:pPr>
            <a:r>
              <a:rPr lang="ru-RU" sz="1600"/>
              <a:t>Разработка ядра - Реализация генератора синтетических данных на Python. Создание конвейера подготовки и разметки данных [01.2026-02.2026]</a:t>
            </a:r>
            <a:endParaRPr/>
          </a:p>
          <a:p>
            <a:pPr indent="-350520" lvl="0" marL="342900" rtl="0" algn="l">
              <a:lnSpc>
                <a:spcPct val="100000"/>
              </a:lnSpc>
              <a:spcBef>
                <a:spcPts val="0"/>
              </a:spcBef>
              <a:spcAft>
                <a:spcPts val="0"/>
              </a:spcAft>
              <a:buClr>
                <a:srgbClr val="0E2D69"/>
              </a:buClr>
              <a:buSzPts val="1600"/>
              <a:buFont typeface="Calibri"/>
              <a:buAutoNum type="arabicPeriod"/>
            </a:pPr>
            <a:r>
              <a:rPr lang="ru-RU" sz="1600"/>
              <a:t>Модели машинного обучения - Разработка, обучение и интеграция базовых моделей (логистическая регрессия, случайный лес). Реализация механизма экспериментального удаления данных и пересчёта метрик [01.2026 - 02.2026]</a:t>
            </a:r>
            <a:endParaRPr/>
          </a:p>
          <a:p>
            <a:pPr indent="-350520" lvl="0" marL="342900" rtl="0" algn="l">
              <a:lnSpc>
                <a:spcPct val="100000"/>
              </a:lnSpc>
              <a:spcBef>
                <a:spcPts val="0"/>
              </a:spcBef>
              <a:spcAft>
                <a:spcPts val="0"/>
              </a:spcAft>
              <a:buClr>
                <a:srgbClr val="0E2D69"/>
              </a:buClr>
              <a:buSzPts val="1600"/>
              <a:buFont typeface="Calibri"/>
              <a:buAutoNum type="arabicPeriod"/>
            </a:pPr>
            <a:r>
              <a:rPr lang="ru-RU" sz="1600"/>
              <a:t>Интеграция и тестирование - Интеграция компонентов в единую платформу. Функциональное и интеграционное тестирование [03.2026]</a:t>
            </a:r>
            <a:endParaRPr/>
          </a:p>
          <a:p>
            <a:pPr indent="-350520" lvl="0" marL="342900" rtl="0" algn="l">
              <a:lnSpc>
                <a:spcPct val="100000"/>
              </a:lnSpc>
              <a:spcBef>
                <a:spcPts val="0"/>
              </a:spcBef>
              <a:spcAft>
                <a:spcPts val="0"/>
              </a:spcAft>
              <a:buClr>
                <a:srgbClr val="0E2D69"/>
              </a:buClr>
              <a:buSzPts val="1600"/>
              <a:buFont typeface="Calibri"/>
              <a:buAutoNum type="arabicPeriod"/>
            </a:pPr>
            <a:r>
              <a:rPr lang="ru-RU" sz="1600"/>
              <a:t>Эксперименты - Проведение серии экспериментов по оценке влияния удаления данных на модели. Подготовка промежуточного отчёта [03.2026 - 04.2026]</a:t>
            </a:r>
            <a:endParaRPr/>
          </a:p>
          <a:p>
            <a:pPr indent="-350520" lvl="0" marL="342900" rtl="0" algn="l">
              <a:lnSpc>
                <a:spcPct val="100000"/>
              </a:lnSpc>
              <a:spcBef>
                <a:spcPts val="0"/>
              </a:spcBef>
              <a:spcAft>
                <a:spcPts val="0"/>
              </a:spcAft>
              <a:buClr>
                <a:srgbClr val="0E2D69"/>
              </a:buClr>
              <a:buSzPts val="1600"/>
              <a:buFont typeface="Calibri"/>
              <a:buAutoNum type="arabicPeriod"/>
            </a:pPr>
            <a:r>
              <a:rPr lang="ru-RU" sz="1600"/>
              <a:t>Документация (Пользовательская) - Написание руководства по эксплуатации прототипа системы с CLI-интерфейсом, описания форматов данных и отчётов [04.2026 - 05.2026]</a:t>
            </a:r>
            <a:endParaRPr/>
          </a:p>
          <a:p>
            <a:pPr indent="-350520" lvl="0" marL="342900" rtl="0" algn="l">
              <a:lnSpc>
                <a:spcPct val="100000"/>
              </a:lnSpc>
              <a:spcBef>
                <a:spcPts val="0"/>
              </a:spcBef>
              <a:spcAft>
                <a:spcPts val="0"/>
              </a:spcAft>
              <a:buClr>
                <a:srgbClr val="0E2D69"/>
              </a:buClr>
              <a:buSzPts val="1600"/>
              <a:buFont typeface="Calibri"/>
              <a:buAutoNum type="arabicPeriod"/>
            </a:pPr>
            <a:r>
              <a:rPr lang="ru-RU" sz="1600"/>
              <a:t>Документация (Разработчик) и финальный отчёт - Подготовка техдокументации, сценариев развёртывания и итогового аналитического отчёта [05.2026 - 06.2026]</a:t>
            </a:r>
            <a:endParaRPr/>
          </a:p>
          <a:p>
            <a:pPr indent="-350520" lvl="0" marL="342900" rtl="0" algn="l">
              <a:lnSpc>
                <a:spcPct val="100000"/>
              </a:lnSpc>
              <a:spcBef>
                <a:spcPts val="0"/>
              </a:spcBef>
              <a:spcAft>
                <a:spcPts val="0"/>
              </a:spcAft>
              <a:buClr>
                <a:srgbClr val="0E2D69"/>
              </a:buClr>
              <a:buSzPts val="1600"/>
              <a:buFont typeface="Calibri"/>
              <a:buAutoNum type="arabicPeriod"/>
            </a:pPr>
            <a:r>
              <a:rPr lang="ru-RU" sz="1600"/>
              <a:t>Промежуточное представление - Доклад о первых результатах исследования и прототипе генератора данных [01.2026 - 02.2026]</a:t>
            </a:r>
            <a:endParaRPr/>
          </a:p>
          <a:p>
            <a:pPr indent="-350520" lvl="0" marL="342900" rtl="0" algn="l">
              <a:lnSpc>
                <a:spcPct val="100000"/>
              </a:lnSpc>
              <a:spcBef>
                <a:spcPts val="0"/>
              </a:spcBef>
              <a:spcAft>
                <a:spcPts val="0"/>
              </a:spcAft>
              <a:buClr>
                <a:srgbClr val="0E2D69"/>
              </a:buClr>
              <a:buSzPts val="1600"/>
              <a:buFont typeface="Calibri"/>
              <a:buAutoNum type="arabicPeriod"/>
            </a:pPr>
            <a:r>
              <a:rPr lang="ru-RU" sz="1600"/>
              <a:t>Постерная сессия - Подготовка и представление постера проекта [04.2026]</a:t>
            </a:r>
            <a:endParaRPr/>
          </a:p>
          <a:p>
            <a:pPr indent="-350520" lvl="0" marL="342900" rtl="0" algn="l">
              <a:lnSpc>
                <a:spcPct val="100000"/>
              </a:lnSpc>
              <a:spcBef>
                <a:spcPts val="0"/>
              </a:spcBef>
              <a:spcAft>
                <a:spcPts val="0"/>
              </a:spcAft>
              <a:buClr>
                <a:srgbClr val="0E2D69"/>
              </a:buClr>
              <a:buSzPts val="1600"/>
              <a:buFont typeface="Calibri"/>
              <a:buAutoNum type="arabicPeriod"/>
            </a:pPr>
            <a:r>
              <a:rPr lang="ru-RU" sz="1600"/>
              <a:t>Защита проекта - Финальная доработка, подготовка доклада и проведение итоговой защиты [06.2026]</a:t>
            </a:r>
            <a:endParaRPr sz="1600"/>
          </a:p>
        </p:txBody>
      </p:sp>
      <p:sp>
        <p:nvSpPr>
          <p:cNvPr id="236" name="Google Shape;236;p20"/>
          <p:cNvSpPr txBox="1"/>
          <p:nvPr>
            <p:ph idx="3" type="body"/>
          </p:nvPr>
        </p:nvSpPr>
        <p:spPr>
          <a:xfrm>
            <a:off x="1143689" y="540904"/>
            <a:ext cx="1901825" cy="41592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000"/>
              <a:buFont typeface="Arial"/>
              <a:buNone/>
            </a:pPr>
            <a:r>
              <a:rPr lang="ru-RU"/>
              <a:t>МИЭМ</a:t>
            </a:r>
            <a:endParaRPr/>
          </a:p>
          <a:p>
            <a:pPr indent="0" lvl="0" marL="0" marR="0" rtl="0" algn="l">
              <a:lnSpc>
                <a:spcPct val="100000"/>
              </a:lnSpc>
              <a:spcBef>
                <a:spcPts val="0"/>
              </a:spcBef>
              <a:spcAft>
                <a:spcPts val="0"/>
              </a:spcAft>
              <a:buClr>
                <a:schemeClr val="dk1"/>
              </a:buClr>
              <a:buSzPts val="1000"/>
              <a:buFont typeface="Arial"/>
              <a:buNone/>
            </a:pPr>
            <a:r>
              <a:rPr lang="ru-RU"/>
              <a:t>НИУ ВШЭ</a:t>
            </a:r>
            <a:endParaRPr/>
          </a:p>
        </p:txBody>
      </p:sp>
      <p:sp>
        <p:nvSpPr>
          <p:cNvPr id="237" name="Google Shape;237;p20"/>
          <p:cNvSpPr txBox="1"/>
          <p:nvPr>
            <p:ph idx="4" type="body"/>
          </p:nvPr>
        </p:nvSpPr>
        <p:spPr>
          <a:xfrm>
            <a:off x="3459162" y="548720"/>
            <a:ext cx="2372295" cy="408109"/>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rgbClr val="0E2D69"/>
              </a:buClr>
              <a:buSzPts val="1000"/>
              <a:buNone/>
            </a:pPr>
            <a:r>
              <a:rPr lang="ru-RU"/>
              <a:t>Механизмы цифрового забвения: анализ и моделирование с применением методов машинного обучения</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sp>
        <p:nvSpPr>
          <p:cNvPr id="242" name="Google Shape;242;p21"/>
          <p:cNvSpPr txBox="1"/>
          <p:nvPr>
            <p:ph type="title"/>
          </p:nvPr>
        </p:nvSpPr>
        <p:spPr>
          <a:xfrm>
            <a:off x="585897" y="1447790"/>
            <a:ext cx="10943494" cy="777025"/>
          </a:xfrm>
          <a:prstGeom prst="rect">
            <a:avLst/>
          </a:prstGeom>
          <a:noFill/>
          <a:ln>
            <a:noFill/>
          </a:ln>
        </p:spPr>
        <p:txBody>
          <a:bodyPr anchorCtr="0" anchor="t" bIns="0" lIns="0" spcFirstLastPara="1" rIns="0" wrap="square" tIns="0">
            <a:normAutofit/>
          </a:bodyPr>
          <a:lstStyle/>
          <a:p>
            <a:pPr indent="0" lvl="0" marL="0" rtl="0" algn="ctr">
              <a:lnSpc>
                <a:spcPct val="100000"/>
              </a:lnSpc>
              <a:spcBef>
                <a:spcPts val="0"/>
              </a:spcBef>
              <a:spcAft>
                <a:spcPts val="0"/>
              </a:spcAft>
              <a:buClr>
                <a:schemeClr val="dk1"/>
              </a:buClr>
              <a:buSzPts val="2400"/>
              <a:buFont typeface="Arial"/>
              <a:buNone/>
            </a:pPr>
            <a:r>
              <a:rPr lang="ru-RU"/>
              <a:t>Актуальность и решаемые проблемы</a:t>
            </a:r>
            <a:endParaRPr/>
          </a:p>
        </p:txBody>
      </p:sp>
      <p:sp>
        <p:nvSpPr>
          <p:cNvPr id="243" name="Google Shape;243;p21"/>
          <p:cNvSpPr txBox="1"/>
          <p:nvPr>
            <p:ph idx="1" type="body"/>
          </p:nvPr>
        </p:nvSpPr>
        <p:spPr>
          <a:xfrm>
            <a:off x="585896" y="2379663"/>
            <a:ext cx="10943493" cy="3985278"/>
          </a:xfrm>
          <a:prstGeom prst="rect">
            <a:avLst/>
          </a:prstGeom>
          <a:noFill/>
          <a:ln>
            <a:noFill/>
          </a:ln>
        </p:spPr>
        <p:txBody>
          <a:bodyPr anchorCtr="0" anchor="t" bIns="45700" lIns="0" spcFirstLastPara="1" rIns="0" wrap="square" tIns="0">
            <a:normAutofit lnSpcReduction="10000"/>
          </a:bodyPr>
          <a:lstStyle/>
          <a:p>
            <a:pPr indent="0" lvl="0" marL="0" rtl="0" algn="just">
              <a:lnSpc>
                <a:spcPct val="100000"/>
              </a:lnSpc>
              <a:spcBef>
                <a:spcPts val="0"/>
              </a:spcBef>
              <a:spcAft>
                <a:spcPts val="0"/>
              </a:spcAft>
              <a:buClr>
                <a:srgbClr val="0E2D69"/>
              </a:buClr>
              <a:buSzPts val="1600"/>
              <a:buNone/>
            </a:pPr>
            <a:r>
              <a:rPr lang="ru-RU" sz="1600"/>
              <a:t>Актуальность проекта обусловлена стремлением Российской Федерации к технологическому суверенитету в области защиты и обработки данных и необходимостью практической реализации законодательства о персональных данных. В условиях санкций и импортозамещения, создание отечественных решений для управления цифровыми следами становится стратегической задачей.</a:t>
            </a:r>
            <a:endParaRPr/>
          </a:p>
          <a:p>
            <a:pPr indent="0" lvl="0" marL="0" rtl="0" algn="just">
              <a:lnSpc>
                <a:spcPct val="100000"/>
              </a:lnSpc>
              <a:spcBef>
                <a:spcPts val="1000"/>
              </a:spcBef>
              <a:spcAft>
                <a:spcPts val="0"/>
              </a:spcAft>
              <a:buClr>
                <a:srgbClr val="0E2D69"/>
              </a:buClr>
              <a:buSzPts val="1600"/>
              <a:buNone/>
            </a:pPr>
            <a:r>
              <a:t/>
            </a:r>
            <a:endParaRPr sz="1600"/>
          </a:p>
          <a:p>
            <a:pPr indent="0" lvl="0" marL="0" rtl="0" algn="just">
              <a:lnSpc>
                <a:spcPct val="100000"/>
              </a:lnSpc>
              <a:spcBef>
                <a:spcPts val="0"/>
              </a:spcBef>
              <a:spcAft>
                <a:spcPts val="0"/>
              </a:spcAft>
              <a:buClr>
                <a:srgbClr val="0E2D69"/>
              </a:buClr>
              <a:buSzPts val="1600"/>
              <a:buNone/>
            </a:pPr>
            <a:r>
              <a:rPr lang="ru-RU" sz="1600"/>
              <a:t>Проект решает следующие ключевые проблемы:</a:t>
            </a:r>
            <a:endParaRPr/>
          </a:p>
          <a:p>
            <a:pPr indent="-285750" lvl="0" marL="285750" rtl="0" algn="l">
              <a:lnSpc>
                <a:spcPct val="100000"/>
              </a:lnSpc>
              <a:spcBef>
                <a:spcPts val="0"/>
              </a:spcBef>
              <a:spcAft>
                <a:spcPts val="0"/>
              </a:spcAft>
              <a:buClr>
                <a:srgbClr val="0E2D69"/>
              </a:buClr>
              <a:buSzPts val="1600"/>
              <a:buFont typeface="Arial"/>
              <a:buChar char="•"/>
            </a:pPr>
            <a:r>
              <a:rPr lang="ru-RU" sz="1600"/>
              <a:t>Проблема соответствия законодательству: Отсутствие проверенных инструментов для технической реализации «права на забвение», требуемого 152-ФЗ;</a:t>
            </a:r>
            <a:endParaRPr sz="1600"/>
          </a:p>
          <a:p>
            <a:pPr indent="-285750" lvl="0" marL="285750" rtl="0" algn="l">
              <a:lnSpc>
                <a:spcPct val="100000"/>
              </a:lnSpc>
              <a:spcBef>
                <a:spcPts val="0"/>
              </a:spcBef>
              <a:spcAft>
                <a:spcPts val="0"/>
              </a:spcAft>
              <a:buClr>
                <a:srgbClr val="0E2D69"/>
              </a:buClr>
              <a:buSzPts val="1600"/>
              <a:buFont typeface="Arial"/>
              <a:buChar char="•"/>
            </a:pPr>
            <a:r>
              <a:rPr lang="ru-RU" sz="1600"/>
              <a:t>Проблема «неудаляемых данных» в ИИ: Даже после удаления данных из баз данных, они продолжают неявно влиять на поведение обученных на них моделей машинного обучения, создавая риски утечки (проект исследует методы Machine Unlearning для решения этой проблемы);</a:t>
            </a:r>
            <a:endParaRPr sz="1600"/>
          </a:p>
          <a:p>
            <a:pPr indent="-285750" lvl="0" marL="285750" rtl="0" algn="l">
              <a:lnSpc>
                <a:spcPct val="100000"/>
              </a:lnSpc>
              <a:spcBef>
                <a:spcPts val="0"/>
              </a:spcBef>
              <a:spcAft>
                <a:spcPts val="0"/>
              </a:spcAft>
              <a:buClr>
                <a:srgbClr val="0E2D69"/>
              </a:buClr>
              <a:buSzPts val="1600"/>
              <a:buFont typeface="Arial"/>
              <a:buChar char="•"/>
            </a:pPr>
            <a:r>
              <a:rPr lang="ru-RU" sz="1600"/>
              <a:t>Проблема тестирования и R&amp;D: Невозможность экспериментов с реальными персональными данными (синтетические данные позволяют безопасно отрабатывать сценарии и алгоритмы);</a:t>
            </a:r>
            <a:endParaRPr sz="1600"/>
          </a:p>
          <a:p>
            <a:pPr indent="-285750" lvl="0" marL="285750" rtl="0" algn="l">
              <a:lnSpc>
                <a:spcPct val="100000"/>
              </a:lnSpc>
              <a:spcBef>
                <a:spcPts val="0"/>
              </a:spcBef>
              <a:spcAft>
                <a:spcPts val="0"/>
              </a:spcAft>
              <a:buClr>
                <a:srgbClr val="0E2D69"/>
              </a:buClr>
              <a:buSzPts val="1600"/>
              <a:buFont typeface="Arial"/>
              <a:buChar char="•"/>
            </a:pPr>
            <a:r>
              <a:rPr lang="ru-RU" sz="1600"/>
              <a:t>Проблема эффективности: Ручная обработка запросов на удаление не масштабируема (проект предлагает путь к автоматизации на основе моделей машинного обучения).</a:t>
            </a:r>
            <a:endParaRPr sz="1600"/>
          </a:p>
        </p:txBody>
      </p:sp>
      <p:sp>
        <p:nvSpPr>
          <p:cNvPr id="244" name="Google Shape;244;p21"/>
          <p:cNvSpPr txBox="1"/>
          <p:nvPr>
            <p:ph idx="3" type="body"/>
          </p:nvPr>
        </p:nvSpPr>
        <p:spPr>
          <a:xfrm>
            <a:off x="1143689" y="540904"/>
            <a:ext cx="1901825" cy="41592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000"/>
              <a:buFont typeface="Arial"/>
              <a:buNone/>
            </a:pPr>
            <a:r>
              <a:rPr lang="ru-RU"/>
              <a:t>МИЭМ</a:t>
            </a:r>
            <a:endParaRPr/>
          </a:p>
          <a:p>
            <a:pPr indent="0" lvl="0" marL="0" marR="0" rtl="0" algn="l">
              <a:lnSpc>
                <a:spcPct val="100000"/>
              </a:lnSpc>
              <a:spcBef>
                <a:spcPts val="0"/>
              </a:spcBef>
              <a:spcAft>
                <a:spcPts val="0"/>
              </a:spcAft>
              <a:buClr>
                <a:schemeClr val="dk1"/>
              </a:buClr>
              <a:buSzPts val="1000"/>
              <a:buFont typeface="Arial"/>
              <a:buNone/>
            </a:pPr>
            <a:r>
              <a:rPr lang="ru-RU"/>
              <a:t>НИУ ВШЭ</a:t>
            </a:r>
            <a:endParaRPr/>
          </a:p>
        </p:txBody>
      </p:sp>
      <p:sp>
        <p:nvSpPr>
          <p:cNvPr id="245" name="Google Shape;245;p21"/>
          <p:cNvSpPr txBox="1"/>
          <p:nvPr>
            <p:ph idx="4" type="body"/>
          </p:nvPr>
        </p:nvSpPr>
        <p:spPr>
          <a:xfrm>
            <a:off x="3459162" y="548720"/>
            <a:ext cx="2372295" cy="408109"/>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rgbClr val="0E2D69"/>
              </a:buClr>
              <a:buSzPts val="1000"/>
              <a:buNone/>
            </a:pPr>
            <a:r>
              <a:rPr lang="ru-RU"/>
              <a:t>Механизмы цифрового забвения: анализ и моделирование с применением методов машинного обучения</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9" name="Shape 249"/>
        <p:cNvGrpSpPr/>
        <p:nvPr/>
      </p:nvGrpSpPr>
      <p:grpSpPr>
        <a:xfrm>
          <a:off x="0" y="0"/>
          <a:ext cx="0" cy="0"/>
          <a:chOff x="0" y="0"/>
          <a:chExt cx="0" cy="0"/>
        </a:xfrm>
      </p:grpSpPr>
      <p:sp>
        <p:nvSpPr>
          <p:cNvPr id="250" name="Google Shape;250;p22"/>
          <p:cNvSpPr txBox="1"/>
          <p:nvPr>
            <p:ph type="title"/>
          </p:nvPr>
        </p:nvSpPr>
        <p:spPr>
          <a:xfrm>
            <a:off x="585897" y="1447790"/>
            <a:ext cx="10943494" cy="777025"/>
          </a:xfrm>
          <a:prstGeom prst="rect">
            <a:avLst/>
          </a:prstGeom>
          <a:noFill/>
          <a:ln>
            <a:noFill/>
          </a:ln>
        </p:spPr>
        <p:txBody>
          <a:bodyPr anchorCtr="0" anchor="t" bIns="0" lIns="0" spcFirstLastPara="1" rIns="0" wrap="square" tIns="0">
            <a:normAutofit/>
          </a:bodyPr>
          <a:lstStyle/>
          <a:p>
            <a:pPr indent="0" lvl="0" marL="0" rtl="0" algn="ctr">
              <a:lnSpc>
                <a:spcPct val="100000"/>
              </a:lnSpc>
              <a:spcBef>
                <a:spcPts val="0"/>
              </a:spcBef>
              <a:spcAft>
                <a:spcPts val="0"/>
              </a:spcAft>
              <a:buClr>
                <a:schemeClr val="dk1"/>
              </a:buClr>
              <a:buSzPts val="2400"/>
              <a:buFont typeface="Arial"/>
              <a:buNone/>
            </a:pPr>
            <a:r>
              <a:rPr lang="ru-RU"/>
              <a:t>Практическое применение</a:t>
            </a:r>
            <a:endParaRPr/>
          </a:p>
        </p:txBody>
      </p:sp>
      <p:sp>
        <p:nvSpPr>
          <p:cNvPr id="251" name="Google Shape;251;p22"/>
          <p:cNvSpPr txBox="1"/>
          <p:nvPr>
            <p:ph idx="1" type="body"/>
          </p:nvPr>
        </p:nvSpPr>
        <p:spPr>
          <a:xfrm>
            <a:off x="585896" y="2379663"/>
            <a:ext cx="10943493" cy="3393234"/>
          </a:xfrm>
          <a:prstGeom prst="rect">
            <a:avLst/>
          </a:prstGeom>
          <a:noFill/>
          <a:ln>
            <a:noFill/>
          </a:ln>
        </p:spPr>
        <p:txBody>
          <a:bodyPr anchorCtr="0" anchor="t" bIns="45700" lIns="0" spcFirstLastPara="1" rIns="0" wrap="square" tIns="0">
            <a:normAutofit/>
          </a:bodyPr>
          <a:lstStyle/>
          <a:p>
            <a:pPr indent="0" lvl="0" marL="0" rtl="0" algn="ctr">
              <a:lnSpc>
                <a:spcPct val="100000"/>
              </a:lnSpc>
              <a:spcBef>
                <a:spcPts val="0"/>
              </a:spcBef>
              <a:spcAft>
                <a:spcPts val="0"/>
              </a:spcAft>
              <a:buClr>
                <a:srgbClr val="0E2D69"/>
              </a:buClr>
              <a:buSzPts val="1600"/>
              <a:buNone/>
            </a:pPr>
            <a:r>
              <a:rPr lang="ru-RU" sz="1600"/>
              <a:t>Результаты проекта предназначены для использования в следующих областях:</a:t>
            </a:r>
            <a:endParaRPr/>
          </a:p>
          <a:p>
            <a:pPr indent="-285750" lvl="0" marL="285750" rtl="0" algn="ctr">
              <a:lnSpc>
                <a:spcPct val="100000"/>
              </a:lnSpc>
              <a:spcBef>
                <a:spcPts val="0"/>
              </a:spcBef>
              <a:spcAft>
                <a:spcPts val="0"/>
              </a:spcAft>
              <a:buClr>
                <a:srgbClr val="0E2D69"/>
              </a:buClr>
              <a:buSzPts val="1600"/>
              <a:buFont typeface="Arial"/>
              <a:buChar char="•"/>
            </a:pPr>
            <a:r>
              <a:rPr lang="ru-RU" sz="1600"/>
              <a:t>Государственные и муниципальные информационные системы: Для обеспечения соответствия требованиям 152-ФЗ и построения инфраструктуры “Экономики данных”</a:t>
            </a:r>
            <a:endParaRPr sz="1600"/>
          </a:p>
          <a:p>
            <a:pPr indent="-285750" lvl="0" marL="285750" rtl="0" algn="ctr">
              <a:lnSpc>
                <a:spcPct val="100000"/>
              </a:lnSpc>
              <a:spcBef>
                <a:spcPts val="0"/>
              </a:spcBef>
              <a:spcAft>
                <a:spcPts val="0"/>
              </a:spcAft>
              <a:buClr>
                <a:srgbClr val="0E2D69"/>
              </a:buClr>
              <a:buSzPts val="1600"/>
              <a:buFont typeface="Arial"/>
              <a:buChar char="•"/>
            </a:pPr>
            <a:r>
              <a:rPr lang="ru-RU" sz="1600"/>
              <a:t>Финансовый сектор и телекоммуникации: Для реализации механизмов безопасного удаления клиентских данных по запросу</a:t>
            </a:r>
            <a:endParaRPr sz="1600"/>
          </a:p>
          <a:p>
            <a:pPr indent="-285750" lvl="0" marL="285750" rtl="0" algn="ctr">
              <a:lnSpc>
                <a:spcPct val="100000"/>
              </a:lnSpc>
              <a:spcBef>
                <a:spcPts val="0"/>
              </a:spcBef>
              <a:spcAft>
                <a:spcPts val="0"/>
              </a:spcAft>
              <a:buClr>
                <a:srgbClr val="0E2D69"/>
              </a:buClr>
              <a:buSzPts val="1600"/>
              <a:buFont typeface="Arial"/>
              <a:buChar char="•"/>
            </a:pPr>
            <a:r>
              <a:rPr lang="ru-RU" sz="1600"/>
              <a:t>Крупные российские IT-компании и интернет-платформы: Для внедрения функций «цифрового забвения» в социальных сетях, маркетплейсах и сервисах</a:t>
            </a:r>
            <a:endParaRPr sz="1600"/>
          </a:p>
          <a:p>
            <a:pPr indent="-285750" lvl="0" marL="285750" rtl="0" algn="ctr">
              <a:lnSpc>
                <a:spcPct val="100000"/>
              </a:lnSpc>
              <a:spcBef>
                <a:spcPts val="0"/>
              </a:spcBef>
              <a:spcAft>
                <a:spcPts val="0"/>
              </a:spcAft>
              <a:buClr>
                <a:srgbClr val="0E2D69"/>
              </a:buClr>
              <a:buSzPts val="1600"/>
              <a:buFont typeface="Arial"/>
              <a:buChar char="•"/>
            </a:pPr>
            <a:r>
              <a:rPr lang="ru-RU" sz="1600"/>
              <a:t>Научно-образовательная сфера: Прототип и набор синтетических данных могут служить учебным стендом для курсов по машинному обучению, кибербезопасности и праву в НИУ ВШЭ и других вузах</a:t>
            </a:r>
            <a:endParaRPr sz="1600"/>
          </a:p>
          <a:p>
            <a:pPr indent="-285750" lvl="0" marL="285750" rtl="0" algn="ctr">
              <a:lnSpc>
                <a:spcPct val="100000"/>
              </a:lnSpc>
              <a:spcBef>
                <a:spcPts val="0"/>
              </a:spcBef>
              <a:spcAft>
                <a:spcPts val="0"/>
              </a:spcAft>
              <a:buClr>
                <a:srgbClr val="0E2D69"/>
              </a:buClr>
              <a:buSzPts val="1600"/>
              <a:buFont typeface="Arial"/>
              <a:buChar char="•"/>
            </a:pPr>
            <a:r>
              <a:rPr lang="ru-RU" sz="1600"/>
              <a:t>Разработка корпоративных стандартов: Методология и выводы проекта могут лечь в основу отраслевых стандартов по управлению жизненным циклом данных в РФ</a:t>
            </a:r>
            <a:endParaRPr/>
          </a:p>
        </p:txBody>
      </p:sp>
      <p:sp>
        <p:nvSpPr>
          <p:cNvPr id="252" name="Google Shape;252;p22"/>
          <p:cNvSpPr txBox="1"/>
          <p:nvPr>
            <p:ph idx="3" type="body"/>
          </p:nvPr>
        </p:nvSpPr>
        <p:spPr>
          <a:xfrm>
            <a:off x="1143689" y="540904"/>
            <a:ext cx="1901825" cy="41592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000"/>
              <a:buFont typeface="Arial"/>
              <a:buNone/>
            </a:pPr>
            <a:r>
              <a:rPr lang="ru-RU"/>
              <a:t>МИЭМ</a:t>
            </a:r>
            <a:endParaRPr/>
          </a:p>
          <a:p>
            <a:pPr indent="0" lvl="0" marL="0" marR="0" rtl="0" algn="l">
              <a:lnSpc>
                <a:spcPct val="100000"/>
              </a:lnSpc>
              <a:spcBef>
                <a:spcPts val="0"/>
              </a:spcBef>
              <a:spcAft>
                <a:spcPts val="0"/>
              </a:spcAft>
              <a:buClr>
                <a:schemeClr val="dk1"/>
              </a:buClr>
              <a:buSzPts val="1000"/>
              <a:buFont typeface="Arial"/>
              <a:buNone/>
            </a:pPr>
            <a:r>
              <a:rPr lang="ru-RU"/>
              <a:t>НИУ ВШЭ</a:t>
            </a:r>
            <a:endParaRPr/>
          </a:p>
        </p:txBody>
      </p:sp>
      <p:sp>
        <p:nvSpPr>
          <p:cNvPr id="253" name="Google Shape;253;p22"/>
          <p:cNvSpPr txBox="1"/>
          <p:nvPr>
            <p:ph idx="4" type="body"/>
          </p:nvPr>
        </p:nvSpPr>
        <p:spPr>
          <a:xfrm>
            <a:off x="3459162" y="548720"/>
            <a:ext cx="2372295" cy="408109"/>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rgbClr val="0E2D69"/>
              </a:buClr>
              <a:buSzPts val="1000"/>
              <a:buNone/>
            </a:pPr>
            <a:r>
              <a:rPr lang="ru-RU"/>
              <a:t>Механизмы цифрового забвения: анализ и моделирование с применением методов машинного обучения</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Пользовательские 1">
      <a:dk1>
        <a:srgbClr val="0F2C68"/>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